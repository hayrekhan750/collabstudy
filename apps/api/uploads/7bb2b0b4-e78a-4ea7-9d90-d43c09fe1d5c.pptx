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66"/>
  </p:notesMasterIdLst>
  <p:sldIdLst>
    <p:sldId id="256" r:id="rId2"/>
    <p:sldId id="288" r:id="rId3"/>
    <p:sldId id="289" r:id="rId4"/>
    <p:sldId id="290" r:id="rId5"/>
    <p:sldId id="291" r:id="rId6"/>
    <p:sldId id="292" r:id="rId7"/>
    <p:sldId id="257" r:id="rId8"/>
    <p:sldId id="258" r:id="rId9"/>
    <p:sldId id="293" r:id="rId10"/>
    <p:sldId id="294" r:id="rId11"/>
    <p:sldId id="295" r:id="rId12"/>
    <p:sldId id="296" r:id="rId13"/>
    <p:sldId id="297" r:id="rId14"/>
    <p:sldId id="261" r:id="rId15"/>
    <p:sldId id="262" r:id="rId16"/>
    <p:sldId id="263" r:id="rId17"/>
    <p:sldId id="264" r:id="rId18"/>
    <p:sldId id="260" r:id="rId19"/>
    <p:sldId id="265" r:id="rId20"/>
    <p:sldId id="298" r:id="rId21"/>
    <p:sldId id="299" r:id="rId22"/>
    <p:sldId id="300" r:id="rId23"/>
    <p:sldId id="266" r:id="rId24"/>
    <p:sldId id="302" r:id="rId25"/>
    <p:sldId id="270" r:id="rId26"/>
    <p:sldId id="303" r:id="rId27"/>
    <p:sldId id="323" r:id="rId28"/>
    <p:sldId id="322" r:id="rId29"/>
    <p:sldId id="304" r:id="rId30"/>
    <p:sldId id="305" r:id="rId31"/>
    <p:sldId id="306" r:id="rId32"/>
    <p:sldId id="307" r:id="rId33"/>
    <p:sldId id="308" r:id="rId34"/>
    <p:sldId id="309" r:id="rId35"/>
    <p:sldId id="310" r:id="rId36"/>
    <p:sldId id="324" r:id="rId37"/>
    <p:sldId id="325" r:id="rId38"/>
    <p:sldId id="327" r:id="rId39"/>
    <p:sldId id="328" r:id="rId40"/>
    <p:sldId id="313" r:id="rId41"/>
    <p:sldId id="314" r:id="rId42"/>
    <p:sldId id="315" r:id="rId43"/>
    <p:sldId id="316" r:id="rId44"/>
    <p:sldId id="317" r:id="rId45"/>
    <p:sldId id="318" r:id="rId46"/>
    <p:sldId id="319" r:id="rId47"/>
    <p:sldId id="320" r:id="rId48"/>
    <p:sldId id="321" r:id="rId49"/>
    <p:sldId id="268" r:id="rId50"/>
    <p:sldId id="329" r:id="rId51"/>
    <p:sldId id="331" r:id="rId52"/>
    <p:sldId id="332" r:id="rId53"/>
    <p:sldId id="333" r:id="rId54"/>
    <p:sldId id="334" r:id="rId55"/>
    <p:sldId id="335" r:id="rId56"/>
    <p:sldId id="336" r:id="rId57"/>
    <p:sldId id="337" r:id="rId58"/>
    <p:sldId id="338" r:id="rId59"/>
    <p:sldId id="342" r:id="rId60"/>
    <p:sldId id="339" r:id="rId61"/>
    <p:sldId id="340" r:id="rId62"/>
    <p:sldId id="341" r:id="rId63"/>
    <p:sldId id="267" r:id="rId64"/>
    <p:sldId id="287" r:id="rId65"/>
  </p:sldIdLst>
  <p:sldSz cx="9144000" cy="6858000" type="screen4x3"/>
  <p:notesSz cx="7102475" cy="10233025"/>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13D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2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77739" cy="511651"/>
          </a:xfrm>
          <a:prstGeom prst="rect">
            <a:avLst/>
          </a:prstGeom>
          <a:noFill/>
          <a:ln w="9525">
            <a:noFill/>
            <a:miter lim="800000"/>
            <a:headEnd/>
            <a:tailEnd/>
          </a:ln>
          <a:effectLst/>
        </p:spPr>
        <p:txBody>
          <a:bodyPr vert="horz" wrap="square" lIns="99057" tIns="49528" rIns="99057" bIns="49528" numCol="1" anchor="t" anchorCtr="0" compatLnSpc="1">
            <a:prstTxWarp prst="textNoShape">
              <a:avLst/>
            </a:prstTxWarp>
          </a:bodyPr>
          <a:lstStyle>
            <a:lvl1pPr>
              <a:defRPr sz="1300">
                <a:latin typeface="Arial" charset="0"/>
              </a:defRPr>
            </a:lvl1pPr>
          </a:lstStyle>
          <a:p>
            <a:pPr>
              <a:defRPr/>
            </a:pPr>
            <a:endParaRPr lang="th-TH"/>
          </a:p>
        </p:txBody>
      </p:sp>
      <p:sp>
        <p:nvSpPr>
          <p:cNvPr id="33795" name="Rectangle 3"/>
          <p:cNvSpPr>
            <a:spLocks noGrp="1" noChangeArrowheads="1"/>
          </p:cNvSpPr>
          <p:nvPr>
            <p:ph type="dt" idx="1"/>
          </p:nvPr>
        </p:nvSpPr>
        <p:spPr bwMode="auto">
          <a:xfrm>
            <a:off x="4023092" y="0"/>
            <a:ext cx="3077739" cy="511651"/>
          </a:xfrm>
          <a:prstGeom prst="rect">
            <a:avLst/>
          </a:prstGeom>
          <a:noFill/>
          <a:ln w="9525">
            <a:noFill/>
            <a:miter lim="800000"/>
            <a:headEnd/>
            <a:tailEnd/>
          </a:ln>
          <a:effectLst/>
        </p:spPr>
        <p:txBody>
          <a:bodyPr vert="horz" wrap="square" lIns="99057" tIns="49528" rIns="99057" bIns="49528" numCol="1" anchor="t" anchorCtr="0" compatLnSpc="1">
            <a:prstTxWarp prst="textNoShape">
              <a:avLst/>
            </a:prstTxWarp>
          </a:bodyPr>
          <a:lstStyle>
            <a:lvl1pPr algn="r">
              <a:defRPr sz="1300">
                <a:latin typeface="Arial" charset="0"/>
              </a:defRPr>
            </a:lvl1pPr>
          </a:lstStyle>
          <a:p>
            <a:pPr>
              <a:defRPr/>
            </a:pPr>
            <a:endParaRPr lang="th-TH"/>
          </a:p>
        </p:txBody>
      </p:sp>
      <p:sp>
        <p:nvSpPr>
          <p:cNvPr id="67588" name="Rectangle 4"/>
          <p:cNvSpPr>
            <a:spLocks noGrp="1" noRot="1" noChangeAspect="1" noChangeArrowheads="1" noTextEdit="1"/>
          </p:cNvSpPr>
          <p:nvPr>
            <p:ph type="sldImg" idx="2"/>
          </p:nvPr>
        </p:nvSpPr>
        <p:spPr bwMode="auto">
          <a:xfrm>
            <a:off x="992188" y="766763"/>
            <a:ext cx="5118100" cy="3838575"/>
          </a:xfrm>
          <a:prstGeom prst="rect">
            <a:avLst/>
          </a:prstGeom>
          <a:noFill/>
          <a:ln w="9525">
            <a:solidFill>
              <a:srgbClr val="000000"/>
            </a:solidFill>
            <a:miter lim="800000"/>
            <a:headEnd/>
            <a:tailEnd/>
          </a:ln>
        </p:spPr>
      </p:sp>
      <p:sp>
        <p:nvSpPr>
          <p:cNvPr id="33797" name="Rectangle 5"/>
          <p:cNvSpPr>
            <a:spLocks noGrp="1" noChangeArrowheads="1"/>
          </p:cNvSpPr>
          <p:nvPr>
            <p:ph type="body" sz="quarter" idx="3"/>
          </p:nvPr>
        </p:nvSpPr>
        <p:spPr bwMode="auto">
          <a:xfrm>
            <a:off x="710248" y="4860687"/>
            <a:ext cx="5681980" cy="4604861"/>
          </a:xfrm>
          <a:prstGeom prst="rect">
            <a:avLst/>
          </a:prstGeom>
          <a:noFill/>
          <a:ln w="9525">
            <a:noFill/>
            <a:miter lim="800000"/>
            <a:headEnd/>
            <a:tailEnd/>
          </a:ln>
          <a:effectLst/>
        </p:spPr>
        <p:txBody>
          <a:bodyPr vert="horz" wrap="square" lIns="99057" tIns="49528" rIns="99057" bIns="49528" numCol="1" anchor="t" anchorCtr="0" compatLnSpc="1">
            <a:prstTxWarp prst="textNoShape">
              <a:avLst/>
            </a:prstTxWarp>
          </a:bodyPr>
          <a:lstStyle/>
          <a:p>
            <a:pPr lvl="0"/>
            <a:r>
              <a:rPr lang="th-TH" noProof="0"/>
              <a:t>Click to edit Master text styles</a:t>
            </a:r>
          </a:p>
          <a:p>
            <a:pPr lvl="1"/>
            <a:r>
              <a:rPr lang="th-TH" noProof="0"/>
              <a:t>Second level</a:t>
            </a:r>
          </a:p>
          <a:p>
            <a:pPr lvl="2"/>
            <a:r>
              <a:rPr lang="th-TH" noProof="0"/>
              <a:t>Third level</a:t>
            </a:r>
          </a:p>
          <a:p>
            <a:pPr lvl="3"/>
            <a:r>
              <a:rPr lang="th-TH" noProof="0"/>
              <a:t>Fourth level</a:t>
            </a:r>
          </a:p>
          <a:p>
            <a:pPr lvl="4"/>
            <a:r>
              <a:rPr lang="th-TH" noProof="0"/>
              <a:t>Fifth level</a:t>
            </a:r>
          </a:p>
        </p:txBody>
      </p:sp>
      <p:sp>
        <p:nvSpPr>
          <p:cNvPr id="33798" name="Rectangle 6"/>
          <p:cNvSpPr>
            <a:spLocks noGrp="1" noChangeArrowheads="1"/>
          </p:cNvSpPr>
          <p:nvPr>
            <p:ph type="ftr" sz="quarter" idx="4"/>
          </p:nvPr>
        </p:nvSpPr>
        <p:spPr bwMode="auto">
          <a:xfrm>
            <a:off x="0" y="9719598"/>
            <a:ext cx="3077739" cy="511651"/>
          </a:xfrm>
          <a:prstGeom prst="rect">
            <a:avLst/>
          </a:prstGeom>
          <a:noFill/>
          <a:ln w="9525">
            <a:noFill/>
            <a:miter lim="800000"/>
            <a:headEnd/>
            <a:tailEnd/>
          </a:ln>
          <a:effectLst/>
        </p:spPr>
        <p:txBody>
          <a:bodyPr vert="horz" wrap="square" lIns="99057" tIns="49528" rIns="99057" bIns="49528" numCol="1" anchor="b" anchorCtr="0" compatLnSpc="1">
            <a:prstTxWarp prst="textNoShape">
              <a:avLst/>
            </a:prstTxWarp>
          </a:bodyPr>
          <a:lstStyle>
            <a:lvl1pPr>
              <a:defRPr sz="1300">
                <a:latin typeface="Arial" charset="0"/>
              </a:defRPr>
            </a:lvl1pPr>
          </a:lstStyle>
          <a:p>
            <a:pPr>
              <a:defRPr/>
            </a:pPr>
            <a:endParaRPr lang="th-TH"/>
          </a:p>
        </p:txBody>
      </p:sp>
      <p:sp>
        <p:nvSpPr>
          <p:cNvPr id="33799" name="Rectangle 7"/>
          <p:cNvSpPr>
            <a:spLocks noGrp="1" noChangeArrowheads="1"/>
          </p:cNvSpPr>
          <p:nvPr>
            <p:ph type="sldNum" sz="quarter" idx="5"/>
          </p:nvPr>
        </p:nvSpPr>
        <p:spPr bwMode="auto">
          <a:xfrm>
            <a:off x="4023092" y="9719598"/>
            <a:ext cx="3077739" cy="511651"/>
          </a:xfrm>
          <a:prstGeom prst="rect">
            <a:avLst/>
          </a:prstGeom>
          <a:noFill/>
          <a:ln w="9525">
            <a:noFill/>
            <a:miter lim="800000"/>
            <a:headEnd/>
            <a:tailEnd/>
          </a:ln>
          <a:effectLst/>
        </p:spPr>
        <p:txBody>
          <a:bodyPr vert="horz" wrap="square" lIns="99057" tIns="49528" rIns="99057" bIns="49528" numCol="1" anchor="b" anchorCtr="0" compatLnSpc="1">
            <a:prstTxWarp prst="textNoShape">
              <a:avLst/>
            </a:prstTxWarp>
          </a:bodyPr>
          <a:lstStyle>
            <a:lvl1pPr algn="r">
              <a:defRPr sz="1300">
                <a:latin typeface="Arial" charset="0"/>
              </a:defRPr>
            </a:lvl1pPr>
          </a:lstStyle>
          <a:p>
            <a:pPr>
              <a:defRPr/>
            </a:pPr>
            <a:fld id="{14FE8128-2EB1-44C8-ADEE-FC2A8B62196A}" type="slidenum">
              <a:rPr lang="en-US"/>
              <a:pPr>
                <a:defRPr/>
              </a:pPr>
              <a:t>‹#›</a:t>
            </a:fld>
            <a:endParaRPr lang="th-TH"/>
          </a:p>
        </p:txBody>
      </p:sp>
    </p:spTree>
    <p:extLst>
      <p:ext uri="{BB962C8B-B14F-4D97-AF65-F5344CB8AC3E}">
        <p14:creationId xmlns:p14="http://schemas.microsoft.com/office/powerpoint/2010/main" val="13564989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A7D71E45-CA1D-4DB7-BB81-9A0668F8CA58}" type="slidenum">
              <a:rPr lang="en-US" smtClean="0">
                <a:latin typeface="Arial" pitchFamily="34" charset="0"/>
              </a:rPr>
              <a:pPr/>
              <a:t>3</a:t>
            </a:fld>
            <a:endParaRPr lang="en-US">
              <a:latin typeface="Arial" pitchFamily="34" charset="0"/>
            </a:endParaRPr>
          </a:p>
        </p:txBody>
      </p:sp>
      <p:sp>
        <p:nvSpPr>
          <p:cNvPr id="68611" name="Rectangle 2"/>
          <p:cNvSpPr>
            <a:spLocks noGrp="1" noRot="1" noChangeAspect="1" noChangeArrowheads="1" noTextEdit="1"/>
          </p:cNvSpPr>
          <p:nvPr>
            <p:ph type="sldImg"/>
          </p:nvPr>
        </p:nvSpPr>
        <p:spPr>
          <a:xfrm>
            <a:off x="993775" y="766763"/>
            <a:ext cx="5116513" cy="3838575"/>
          </a:xfrm>
          <a:solidFill>
            <a:srgbClr val="FFFFFF"/>
          </a:solidFill>
          <a:ln/>
        </p:spPr>
      </p:sp>
      <p:sp>
        <p:nvSpPr>
          <p:cNvPr id="68612" name="Rectangle 3"/>
          <p:cNvSpPr>
            <a:spLocks noGrp="1" noChangeArrowheads="1"/>
          </p:cNvSpPr>
          <p:nvPr>
            <p:ph type="body" idx="1"/>
          </p:nvPr>
        </p:nvSpPr>
        <p:spPr>
          <a:xfrm>
            <a:off x="946997" y="4860687"/>
            <a:ext cx="5208482" cy="4604861"/>
          </a:xfrm>
          <a:solidFill>
            <a:srgbClr val="FFFFFF"/>
          </a:solidFill>
          <a:ln>
            <a:solidFill>
              <a:srgbClr val="000000"/>
            </a:solidFill>
          </a:ln>
        </p:spPr>
        <p:txBody>
          <a:bodyPr/>
          <a:lstStyle/>
          <a:p>
            <a:r>
              <a:rPr lang="en-US">
                <a:latin typeface="Arial" pitchFamily="34" charset="0"/>
              </a:rPr>
              <a:t>Students should already be familiar with lists.</a:t>
            </a:r>
          </a:p>
          <a:p>
            <a:endParaRPr lang="en-US">
              <a:latin typeface="Arial" pitchFamily="34" charset="0"/>
            </a:endParaRPr>
          </a:p>
          <a:p>
            <a:r>
              <a:rPr lang="en-US">
                <a:latin typeface="Arial" pitchFamily="34" charset="0"/>
              </a:rPr>
              <a:t>Chapter objective: Use algorithm analysis in a familiar context to compare implementations.</a:t>
            </a:r>
          </a:p>
          <a:p>
            <a:endParaRPr lang="en-US">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2044CA2-E754-4660-9B25-8000C5462188}" type="slidenum">
              <a:rPr lang="en-US" smtClean="0">
                <a:latin typeface="Arial" pitchFamily="34" charset="0"/>
              </a:rPr>
              <a:pPr/>
              <a:t>6</a:t>
            </a:fld>
            <a:endParaRPr lang="en-US">
              <a:latin typeface="Arial" pitchFamily="34" charset="0"/>
            </a:endParaRPr>
          </a:p>
        </p:txBody>
      </p:sp>
      <p:sp>
        <p:nvSpPr>
          <p:cNvPr id="69635" name="Rectangle 2"/>
          <p:cNvSpPr>
            <a:spLocks noGrp="1" noRot="1" noChangeAspect="1" noChangeArrowheads="1" noTextEdit="1"/>
          </p:cNvSpPr>
          <p:nvPr>
            <p:ph type="sldImg"/>
          </p:nvPr>
        </p:nvSpPr>
        <p:spPr>
          <a:xfrm>
            <a:off x="993775" y="766763"/>
            <a:ext cx="5116513" cy="3838575"/>
          </a:xfrm>
          <a:solidFill>
            <a:srgbClr val="FFFFFF"/>
          </a:solidFill>
          <a:ln/>
        </p:spPr>
      </p:sp>
      <p:sp>
        <p:nvSpPr>
          <p:cNvPr id="69636" name="Rectangle 3"/>
          <p:cNvSpPr>
            <a:spLocks noGrp="1" noChangeArrowheads="1"/>
          </p:cNvSpPr>
          <p:nvPr>
            <p:ph type="body" idx="1"/>
          </p:nvPr>
        </p:nvSpPr>
        <p:spPr>
          <a:xfrm>
            <a:off x="946997" y="4860687"/>
            <a:ext cx="5208482" cy="4604861"/>
          </a:xfrm>
          <a:solidFill>
            <a:srgbClr val="FFFFFF"/>
          </a:solidFill>
          <a:ln>
            <a:solidFill>
              <a:srgbClr val="000000"/>
            </a:solidFill>
          </a:ln>
        </p:spPr>
        <p:txBody>
          <a:bodyPr/>
          <a:lstStyle/>
          <a:p>
            <a:endParaRPr 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DF8F587-84F0-4680-8AE2-C4D9EBE30378}" type="slidenum">
              <a:rPr lang="en-US" smtClean="0">
                <a:latin typeface="Arial" pitchFamily="34" charset="0"/>
              </a:rPr>
              <a:pPr/>
              <a:t>9</a:t>
            </a:fld>
            <a:endParaRPr lang="en-US">
              <a:latin typeface="Arial" pitchFamily="34" charset="0"/>
            </a:endParaRPr>
          </a:p>
        </p:txBody>
      </p:sp>
      <p:sp>
        <p:nvSpPr>
          <p:cNvPr id="70659" name="Rectangle 2"/>
          <p:cNvSpPr>
            <a:spLocks noGrp="1" noRot="1" noChangeAspect="1" noChangeArrowheads="1" noTextEdit="1"/>
          </p:cNvSpPr>
          <p:nvPr>
            <p:ph type="sldImg"/>
          </p:nvPr>
        </p:nvSpPr>
        <p:spPr>
          <a:xfrm>
            <a:off x="993775" y="766763"/>
            <a:ext cx="5116513" cy="3838575"/>
          </a:xfrm>
          <a:solidFill>
            <a:srgbClr val="FFFFFF"/>
          </a:solidFill>
          <a:ln/>
        </p:spPr>
      </p:sp>
      <p:sp>
        <p:nvSpPr>
          <p:cNvPr id="70660" name="Rectangle 3"/>
          <p:cNvSpPr>
            <a:spLocks noGrp="1" noChangeArrowheads="1"/>
          </p:cNvSpPr>
          <p:nvPr>
            <p:ph type="body" idx="1"/>
          </p:nvPr>
        </p:nvSpPr>
        <p:spPr>
          <a:xfrm>
            <a:off x="946997" y="4860687"/>
            <a:ext cx="5208482" cy="4604861"/>
          </a:xfrm>
          <a:solidFill>
            <a:srgbClr val="FFFFFF"/>
          </a:solidFill>
          <a:ln>
            <a:solidFill>
              <a:srgbClr val="000000"/>
            </a:solidFill>
          </a:ln>
        </p:spPr>
        <p:txBody>
          <a:bodyPr/>
          <a:lstStyle/>
          <a:p>
            <a:endParaRPr 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4807C6D7-70CD-43C1-A504-C3C778F778B7}" type="slidenum">
              <a:rPr lang="en-US" smtClean="0">
                <a:latin typeface="Arial" pitchFamily="34" charset="0"/>
              </a:rPr>
              <a:pPr/>
              <a:t>10</a:t>
            </a:fld>
            <a:endParaRPr lang="en-US">
              <a:latin typeface="Arial" pitchFamily="34" charset="0"/>
            </a:endParaRPr>
          </a:p>
        </p:txBody>
      </p:sp>
      <p:sp>
        <p:nvSpPr>
          <p:cNvPr id="71683" name="Rectangle 2"/>
          <p:cNvSpPr>
            <a:spLocks noGrp="1" noRot="1" noChangeAspect="1" noChangeArrowheads="1" noTextEdit="1"/>
          </p:cNvSpPr>
          <p:nvPr>
            <p:ph type="sldImg"/>
          </p:nvPr>
        </p:nvSpPr>
        <p:spPr>
          <a:xfrm>
            <a:off x="993775" y="766763"/>
            <a:ext cx="5116513" cy="3838575"/>
          </a:xfrm>
          <a:solidFill>
            <a:srgbClr val="FFFFFF"/>
          </a:solidFill>
          <a:ln/>
        </p:spPr>
      </p:sp>
      <p:sp>
        <p:nvSpPr>
          <p:cNvPr id="71684" name="Rectangle 3"/>
          <p:cNvSpPr>
            <a:spLocks noGrp="1" noChangeArrowheads="1"/>
          </p:cNvSpPr>
          <p:nvPr>
            <p:ph type="body" idx="1"/>
          </p:nvPr>
        </p:nvSpPr>
        <p:spPr>
          <a:xfrm>
            <a:off x="946997" y="4860687"/>
            <a:ext cx="5208482" cy="4604861"/>
          </a:xfrm>
          <a:solidFill>
            <a:srgbClr val="FFFFFF"/>
          </a:solidFill>
          <a:ln>
            <a:solidFill>
              <a:srgbClr val="000000"/>
            </a:solidFill>
          </a:ln>
        </p:spPr>
        <p:txBody>
          <a:bodyPr/>
          <a:lstStyle/>
          <a:p>
            <a:endParaRPr lang="en-US">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7757F25F-8F95-4ABE-B103-2D3A8A386B33}" type="slidenum">
              <a:rPr lang="en-US" smtClean="0">
                <a:latin typeface="Arial" pitchFamily="34" charset="0"/>
              </a:rPr>
              <a:pPr/>
              <a:t>11</a:t>
            </a:fld>
            <a:endParaRPr lang="en-US">
              <a:latin typeface="Arial" pitchFamily="34" charset="0"/>
            </a:endParaRPr>
          </a:p>
        </p:txBody>
      </p:sp>
      <p:sp>
        <p:nvSpPr>
          <p:cNvPr id="72707" name="Rectangle 2"/>
          <p:cNvSpPr>
            <a:spLocks noGrp="1" noRot="1" noChangeAspect="1" noChangeArrowheads="1" noTextEdit="1"/>
          </p:cNvSpPr>
          <p:nvPr>
            <p:ph type="sldImg"/>
          </p:nvPr>
        </p:nvSpPr>
        <p:spPr>
          <a:xfrm>
            <a:off x="993775" y="766763"/>
            <a:ext cx="5116513" cy="3838575"/>
          </a:xfrm>
          <a:solidFill>
            <a:srgbClr val="FFFFFF"/>
          </a:solidFill>
          <a:ln/>
        </p:spPr>
      </p:sp>
      <p:sp>
        <p:nvSpPr>
          <p:cNvPr id="72708" name="Rectangle 3"/>
          <p:cNvSpPr>
            <a:spLocks noGrp="1" noChangeArrowheads="1"/>
          </p:cNvSpPr>
          <p:nvPr>
            <p:ph type="body" idx="1"/>
          </p:nvPr>
        </p:nvSpPr>
        <p:spPr>
          <a:xfrm>
            <a:off x="946997" y="4860687"/>
            <a:ext cx="5208482" cy="4604861"/>
          </a:xfrm>
          <a:solidFill>
            <a:srgbClr val="FFFFFF"/>
          </a:solidFill>
          <a:ln>
            <a:solidFill>
              <a:srgbClr val="000000"/>
            </a:solidFill>
          </a:ln>
        </p:spPr>
        <p:txBody>
          <a:bodyPr/>
          <a:lstStyle/>
          <a:p>
            <a:endParaRPr lang="en-US">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74B78CE3-EB00-4295-A935-21C4C1AD099F}" type="slidenum">
              <a:rPr lang="en-US" smtClean="0">
                <a:latin typeface="Arial" pitchFamily="34" charset="0"/>
              </a:rPr>
              <a:pPr/>
              <a:t>12</a:t>
            </a:fld>
            <a:endParaRPr lang="en-US">
              <a:latin typeface="Arial" pitchFamily="34" charset="0"/>
            </a:endParaRPr>
          </a:p>
        </p:txBody>
      </p:sp>
      <p:sp>
        <p:nvSpPr>
          <p:cNvPr id="73731" name="Rectangle 2"/>
          <p:cNvSpPr>
            <a:spLocks noGrp="1" noRot="1" noChangeAspect="1" noChangeArrowheads="1" noTextEdit="1"/>
          </p:cNvSpPr>
          <p:nvPr>
            <p:ph type="sldImg"/>
          </p:nvPr>
        </p:nvSpPr>
        <p:spPr>
          <a:xfrm>
            <a:off x="993775" y="766763"/>
            <a:ext cx="5116513" cy="3838575"/>
          </a:xfrm>
          <a:solidFill>
            <a:srgbClr val="FFFFFF"/>
          </a:solidFill>
          <a:ln/>
        </p:spPr>
      </p:sp>
      <p:sp>
        <p:nvSpPr>
          <p:cNvPr id="73732" name="Rectangle 3"/>
          <p:cNvSpPr>
            <a:spLocks noGrp="1" noChangeArrowheads="1"/>
          </p:cNvSpPr>
          <p:nvPr>
            <p:ph type="body" idx="1"/>
          </p:nvPr>
        </p:nvSpPr>
        <p:spPr>
          <a:xfrm>
            <a:off x="946997" y="4860687"/>
            <a:ext cx="5208482" cy="4604861"/>
          </a:xfrm>
          <a:solidFill>
            <a:srgbClr val="FFFFFF"/>
          </a:solidFill>
          <a:ln>
            <a:solidFill>
              <a:srgbClr val="000000"/>
            </a:solidFill>
          </a:ln>
        </p:spPr>
        <p:txBody>
          <a:bodyPr/>
          <a:lstStyle/>
          <a:p>
            <a:endParaRPr lang="en-US">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125C0064-9D18-4BED-8D6E-7FA1745B7A92}" type="slidenum">
              <a:rPr lang="en-US" smtClean="0">
                <a:latin typeface="Arial" pitchFamily="34" charset="0"/>
              </a:rPr>
              <a:pPr/>
              <a:t>13</a:t>
            </a:fld>
            <a:endParaRPr lang="en-US">
              <a:latin typeface="Arial" pitchFamily="34" charset="0"/>
            </a:endParaRPr>
          </a:p>
        </p:txBody>
      </p:sp>
      <p:sp>
        <p:nvSpPr>
          <p:cNvPr id="74755" name="Rectangle 2"/>
          <p:cNvSpPr>
            <a:spLocks noGrp="1" noRot="1" noChangeAspect="1" noChangeArrowheads="1" noTextEdit="1"/>
          </p:cNvSpPr>
          <p:nvPr>
            <p:ph type="sldImg"/>
          </p:nvPr>
        </p:nvSpPr>
        <p:spPr>
          <a:xfrm>
            <a:off x="993775" y="766763"/>
            <a:ext cx="5116513" cy="3838575"/>
          </a:xfrm>
          <a:solidFill>
            <a:srgbClr val="FFFFFF"/>
          </a:solidFill>
          <a:ln/>
        </p:spPr>
      </p:sp>
      <p:sp>
        <p:nvSpPr>
          <p:cNvPr id="74756" name="Rectangle 3"/>
          <p:cNvSpPr>
            <a:spLocks noGrp="1" noChangeArrowheads="1"/>
          </p:cNvSpPr>
          <p:nvPr>
            <p:ph type="body" idx="1"/>
          </p:nvPr>
        </p:nvSpPr>
        <p:spPr>
          <a:xfrm>
            <a:off x="946997" y="4860687"/>
            <a:ext cx="5208482" cy="4604861"/>
          </a:xfrm>
          <a:solidFill>
            <a:srgbClr val="FFFFFF"/>
          </a:solidFill>
          <a:ln>
            <a:solidFill>
              <a:srgbClr val="000000"/>
            </a:solidFill>
          </a:ln>
        </p:spPr>
        <p:txBody>
          <a:bodyPr/>
          <a:lstStyle/>
          <a:p>
            <a:endParaRPr 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59D0EBC-2865-4A81-9355-A1DC64BDE66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BE53AC7-7C70-438A-9502-2350B51242F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C1FB555-E6A7-41CD-B292-B01F45644CF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34FAD2C-7C47-4F9D-A82F-F01F1EB1A8D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E5FA3002-84C8-47D5-8BEB-0740FF500F6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78C411E8-73D2-47C5-823D-77878D53EFB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2C97D4E-DCD4-4AF3-94D9-85C5125A81B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EC8AFF1-0759-49B0-9C93-7B9CD4E36AD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23B359B-BF4B-44C9-A2BE-15877DAA5DE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76BF3B0-1C7B-4D30-85C7-0F74AEFBE7B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68CCB89-9B01-48F9-BFE8-97AAFD799C19}"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AC5CF376-7E11-45DA-ABC3-6FEEECBD6FA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3"/>
          <p:cNvSpPr>
            <a:spLocks noGrp="1" noChangeArrowheads="1"/>
          </p:cNvSpPr>
          <p:nvPr>
            <p:ph type="subTitle" idx="1"/>
          </p:nvPr>
        </p:nvSpPr>
        <p:spPr>
          <a:xfrm>
            <a:off x="457200" y="1524000"/>
            <a:ext cx="8305800" cy="4572000"/>
          </a:xfrm>
        </p:spPr>
        <p:txBody>
          <a:bodyPr/>
          <a:lstStyle/>
          <a:p>
            <a:pPr eaLnBrk="1" hangingPunct="1"/>
            <a:r>
              <a:rPr lang="en-US" sz="4200" b="1">
                <a:solidFill>
                  <a:schemeClr val="tx1"/>
                </a:solidFill>
                <a:latin typeface="Maiandra GD" pitchFamily="34" charset="0"/>
              </a:rPr>
              <a:t>Chapter 3</a:t>
            </a:r>
          </a:p>
          <a:p>
            <a:pPr eaLnBrk="1" hangingPunct="1"/>
            <a:r>
              <a:rPr lang="en-US" sz="4200" b="1">
                <a:solidFill>
                  <a:schemeClr val="tx1"/>
                </a:solidFill>
                <a:latin typeface="Maiandra GD" pitchFamily="34" charset="0"/>
              </a:rPr>
              <a:t>Linked List Data Structure and its applications</a:t>
            </a:r>
          </a:p>
        </p:txBody>
      </p:sp>
      <p:sp>
        <p:nvSpPr>
          <p:cNvPr id="4" name="Slide Number Placeholder 5"/>
          <p:cNvSpPr>
            <a:spLocks noGrp="1"/>
          </p:cNvSpPr>
          <p:nvPr>
            <p:ph type="sldNum" sz="quarter" idx="12"/>
          </p:nvPr>
        </p:nvSpPr>
        <p:spPr/>
        <p:txBody>
          <a:bodyPr/>
          <a:lstStyle/>
          <a:p>
            <a:pPr>
              <a:defRPr/>
            </a:pPr>
            <a:fld id="{3D4830E0-52BD-49BD-B3C6-F9093165194E}" type="slidenum">
              <a:rPr lang="en-US"/>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304800" y="274638"/>
            <a:ext cx="8229600" cy="715962"/>
          </a:xfrm>
        </p:spPr>
        <p:txBody>
          <a:bodyPr/>
          <a:lstStyle/>
          <a:p>
            <a:r>
              <a:rPr lang="en-US" sz="4000" b="1">
                <a:latin typeface="Maiandra GD" pitchFamily="34" charset="0"/>
              </a:rPr>
              <a:t>Lists - Introduction</a:t>
            </a:r>
          </a:p>
        </p:txBody>
      </p:sp>
      <p:sp>
        <p:nvSpPr>
          <p:cNvPr id="3" name="Content Placeholder 2"/>
          <p:cNvSpPr>
            <a:spLocks noGrp="1"/>
          </p:cNvSpPr>
          <p:nvPr>
            <p:ph idx="1"/>
          </p:nvPr>
        </p:nvSpPr>
        <p:spPr>
          <a:xfrm>
            <a:off x="152400" y="1066800"/>
            <a:ext cx="8839200" cy="5257800"/>
          </a:xfrm>
        </p:spPr>
        <p:txBody>
          <a:bodyPr/>
          <a:lstStyle/>
          <a:p>
            <a:pPr algn="just">
              <a:defRPr/>
            </a:pPr>
            <a:r>
              <a:rPr lang="en-US" dirty="0">
                <a:latin typeface="Maiandra GD" pitchFamily="34" charset="0"/>
              </a:rPr>
              <a:t>Some applications require processing data in a strict </a:t>
            </a:r>
            <a:r>
              <a:rPr lang="en-US" u="sng" dirty="0">
                <a:solidFill>
                  <a:srgbClr val="FF0000"/>
                </a:solidFill>
                <a:latin typeface="Maiandra GD" pitchFamily="34" charset="0"/>
              </a:rPr>
              <a:t>chronological</a:t>
            </a:r>
            <a:r>
              <a:rPr lang="en-US" dirty="0">
                <a:latin typeface="Maiandra GD" pitchFamily="34" charset="0"/>
              </a:rPr>
              <a:t> </a:t>
            </a:r>
            <a:r>
              <a:rPr lang="en-US" u="sng" dirty="0">
                <a:solidFill>
                  <a:srgbClr val="FF0000"/>
                </a:solidFill>
                <a:latin typeface="Maiandra GD" pitchFamily="34" charset="0"/>
              </a:rPr>
              <a:t>order</a:t>
            </a:r>
            <a:r>
              <a:rPr lang="en-US" dirty="0">
                <a:latin typeface="Maiandra GD" pitchFamily="34" charset="0"/>
              </a:rPr>
              <a:t>.</a:t>
            </a:r>
          </a:p>
          <a:p>
            <a:pPr marL="0" indent="0">
              <a:buFont typeface="Arial" pitchFamily="34" charset="0"/>
              <a:buNone/>
              <a:defRPr/>
            </a:pPr>
            <a:r>
              <a:rPr lang="en-US" dirty="0">
                <a:latin typeface="Maiandra GD" pitchFamily="34" charset="0"/>
              </a:rPr>
              <a:t>Example: </a:t>
            </a:r>
          </a:p>
          <a:p>
            <a:pPr lvl="1">
              <a:defRPr/>
            </a:pPr>
            <a:r>
              <a:rPr lang="en-US" dirty="0">
                <a:latin typeface="Maiandra GD" pitchFamily="34" charset="0"/>
              </a:rPr>
              <a:t>Processing objects in the order that they arrived.   </a:t>
            </a:r>
          </a:p>
          <a:p>
            <a:pPr marL="342900" lvl="1" indent="0">
              <a:buFont typeface="Arial" pitchFamily="34" charset="0"/>
              <a:buNone/>
              <a:defRPr/>
            </a:pPr>
            <a:r>
              <a:rPr lang="en-US" dirty="0">
                <a:latin typeface="Maiandra GD" pitchFamily="34" charset="0"/>
              </a:rPr>
              <a:t>               OR</a:t>
            </a:r>
          </a:p>
          <a:p>
            <a:pPr lvl="1">
              <a:defRPr/>
            </a:pPr>
            <a:r>
              <a:rPr lang="en-US" dirty="0">
                <a:latin typeface="Maiandra GD" pitchFamily="34" charset="0"/>
              </a:rPr>
              <a:t>Processing objects in the reverse of the order that they arrived.</a:t>
            </a:r>
          </a:p>
          <a:p>
            <a:pPr lvl="1">
              <a:defRPr/>
            </a:pPr>
            <a:r>
              <a:rPr lang="en-US" dirty="0">
                <a:latin typeface="Maiandra GD" pitchFamily="34" charset="0"/>
              </a:rPr>
              <a:t>For all these situations, a simple list structure is appropriate.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04800" y="228600"/>
            <a:ext cx="8226425" cy="473075"/>
          </a:xfrm>
        </p:spPr>
        <p:txBody>
          <a:bodyPr/>
          <a:lstStyle/>
          <a:p>
            <a:r>
              <a:rPr lang="en-US" sz="4000" b="1">
                <a:latin typeface="Maiandra GD" pitchFamily="34" charset="0"/>
              </a:rPr>
              <a:t>Lists – Definition </a:t>
            </a:r>
          </a:p>
        </p:txBody>
      </p:sp>
      <p:sp>
        <p:nvSpPr>
          <p:cNvPr id="111619" name="Rectangle 3"/>
          <p:cNvSpPr>
            <a:spLocks noGrp="1" noChangeArrowheads="1"/>
          </p:cNvSpPr>
          <p:nvPr>
            <p:ph idx="1"/>
          </p:nvPr>
        </p:nvSpPr>
        <p:spPr>
          <a:xfrm>
            <a:off x="152400" y="914400"/>
            <a:ext cx="8839200" cy="5486400"/>
          </a:xfrm>
        </p:spPr>
        <p:txBody>
          <a:bodyPr/>
          <a:lstStyle/>
          <a:p>
            <a:pPr algn="just">
              <a:defRPr/>
            </a:pPr>
            <a:r>
              <a:rPr lang="en-US" sz="2800" dirty="0">
                <a:latin typeface="Maiandra GD" pitchFamily="34" charset="0"/>
              </a:rPr>
              <a:t>A </a:t>
            </a:r>
            <a:r>
              <a:rPr lang="en-US" sz="2800" u="sng" dirty="0">
                <a:solidFill>
                  <a:srgbClr val="FF0000"/>
                </a:solidFill>
                <a:latin typeface="Maiandra GD" pitchFamily="34" charset="0"/>
              </a:rPr>
              <a:t>list</a:t>
            </a:r>
            <a:r>
              <a:rPr lang="en-US" sz="2800" dirty="0">
                <a:solidFill>
                  <a:srgbClr val="0070C0"/>
                </a:solidFill>
                <a:latin typeface="Maiandra GD" pitchFamily="34" charset="0"/>
              </a:rPr>
              <a:t> </a:t>
            </a:r>
            <a:r>
              <a:rPr lang="en-US" sz="2800" dirty="0">
                <a:latin typeface="Maiandra GD" pitchFamily="34" charset="0"/>
              </a:rPr>
              <a:t>is a finite, ordered </a:t>
            </a:r>
            <a:r>
              <a:rPr lang="en-US" sz="2800" u="sng" dirty="0">
                <a:solidFill>
                  <a:srgbClr val="FF0000"/>
                </a:solidFill>
                <a:latin typeface="Maiandra GD" pitchFamily="34" charset="0"/>
              </a:rPr>
              <a:t>sequence</a:t>
            </a:r>
            <a:r>
              <a:rPr lang="en-US" sz="2800" dirty="0">
                <a:solidFill>
                  <a:srgbClr val="0070C0"/>
                </a:solidFill>
                <a:latin typeface="Maiandra GD" pitchFamily="34" charset="0"/>
              </a:rPr>
              <a:t> </a:t>
            </a:r>
            <a:r>
              <a:rPr lang="en-US" sz="2800" dirty="0">
                <a:latin typeface="Maiandra GD" pitchFamily="34" charset="0"/>
              </a:rPr>
              <a:t>of data items called </a:t>
            </a:r>
            <a:r>
              <a:rPr lang="en-US" sz="2800" u="sng" dirty="0">
                <a:solidFill>
                  <a:srgbClr val="FF0000"/>
                </a:solidFill>
                <a:latin typeface="Maiandra GD" pitchFamily="34" charset="0"/>
              </a:rPr>
              <a:t>elements</a:t>
            </a:r>
            <a:r>
              <a:rPr lang="en-US" sz="2800" dirty="0">
                <a:latin typeface="Maiandra GD" pitchFamily="34" charset="0"/>
              </a:rPr>
              <a:t>.</a:t>
            </a:r>
          </a:p>
          <a:p>
            <a:pPr algn="just">
              <a:defRPr/>
            </a:pPr>
            <a:r>
              <a:rPr lang="en-US" sz="2800" dirty="0">
                <a:latin typeface="Maiandra GD" pitchFamily="34" charset="0"/>
              </a:rPr>
              <a:t>Important concept: List elements have a </a:t>
            </a:r>
            <a:r>
              <a:rPr lang="en-US" sz="2800" u="sng" dirty="0">
                <a:solidFill>
                  <a:srgbClr val="FF0000"/>
                </a:solidFill>
                <a:latin typeface="Maiandra GD" pitchFamily="34" charset="0"/>
              </a:rPr>
              <a:t>position</a:t>
            </a:r>
            <a:r>
              <a:rPr lang="en-US" sz="2800" dirty="0">
                <a:latin typeface="Maiandra GD" pitchFamily="34" charset="0"/>
              </a:rPr>
              <a:t>.</a:t>
            </a:r>
          </a:p>
          <a:p>
            <a:pPr lvl="1" algn="just">
              <a:defRPr/>
            </a:pPr>
            <a:r>
              <a:rPr lang="en-US" sz="2500" dirty="0">
                <a:latin typeface="Maiandra GD" pitchFamily="34" charset="0"/>
              </a:rPr>
              <a:t>[1</a:t>
            </a:r>
            <a:r>
              <a:rPr lang="en-US" sz="2500" baseline="30000" dirty="0">
                <a:latin typeface="Maiandra GD" pitchFamily="34" charset="0"/>
              </a:rPr>
              <a:t>st</a:t>
            </a:r>
            <a:r>
              <a:rPr lang="en-US" sz="2500" dirty="0">
                <a:latin typeface="Maiandra GD" pitchFamily="34" charset="0"/>
              </a:rPr>
              <a:t> element in the list, 2</a:t>
            </a:r>
            <a:r>
              <a:rPr lang="en-US" sz="2500" baseline="30000" dirty="0">
                <a:latin typeface="Maiandra GD" pitchFamily="34" charset="0"/>
              </a:rPr>
              <a:t>nd</a:t>
            </a:r>
            <a:r>
              <a:rPr lang="en-US" sz="2500" dirty="0">
                <a:latin typeface="Maiandra GD" pitchFamily="34" charset="0"/>
              </a:rPr>
              <a:t> element, and so on.]</a:t>
            </a:r>
          </a:p>
          <a:p>
            <a:pPr algn="just">
              <a:defRPr/>
            </a:pPr>
            <a:r>
              <a:rPr lang="en-US" sz="2800" dirty="0">
                <a:latin typeface="Maiandra GD" pitchFamily="34" charset="0"/>
              </a:rPr>
              <a:t>Notation: &lt;</a:t>
            </a:r>
            <a:r>
              <a:rPr lang="en-US" sz="2800" i="1" dirty="0">
                <a:latin typeface="Maiandra GD" pitchFamily="34" charset="0"/>
              </a:rPr>
              <a:t>a</a:t>
            </a:r>
            <a:r>
              <a:rPr lang="en-US" sz="2800" baseline="-25000" dirty="0">
                <a:latin typeface="Maiandra GD" pitchFamily="34" charset="0"/>
              </a:rPr>
              <a:t>0</a:t>
            </a:r>
            <a:r>
              <a:rPr lang="en-US" sz="2800" dirty="0">
                <a:latin typeface="Maiandra GD" pitchFamily="34" charset="0"/>
              </a:rPr>
              <a:t>, </a:t>
            </a:r>
            <a:r>
              <a:rPr lang="en-US" sz="2800" i="1" dirty="0">
                <a:latin typeface="Maiandra GD" pitchFamily="34" charset="0"/>
              </a:rPr>
              <a:t>a</a:t>
            </a:r>
            <a:r>
              <a:rPr lang="en-US" sz="2800" baseline="-25000" dirty="0">
                <a:latin typeface="Maiandra GD" pitchFamily="34" charset="0"/>
              </a:rPr>
              <a:t>1</a:t>
            </a:r>
            <a:r>
              <a:rPr lang="en-US" sz="2800" dirty="0">
                <a:latin typeface="Maiandra GD" pitchFamily="34" charset="0"/>
              </a:rPr>
              <a:t>, …, </a:t>
            </a:r>
            <a:r>
              <a:rPr lang="en-US" sz="2800" i="1" dirty="0">
                <a:latin typeface="Maiandra GD" pitchFamily="34" charset="0"/>
              </a:rPr>
              <a:t>a</a:t>
            </a:r>
            <a:r>
              <a:rPr lang="en-US" sz="2800" i="1" baseline="-25000" dirty="0">
                <a:latin typeface="Maiandra GD" pitchFamily="34" charset="0"/>
              </a:rPr>
              <a:t>n</a:t>
            </a:r>
            <a:r>
              <a:rPr lang="en-US" sz="2800" baseline="-25000" dirty="0">
                <a:latin typeface="Maiandra GD" pitchFamily="34" charset="0"/>
              </a:rPr>
              <a:t>-1</a:t>
            </a:r>
            <a:r>
              <a:rPr lang="en-US" sz="2800" dirty="0">
                <a:latin typeface="Maiandra GD" pitchFamily="34" charset="0"/>
              </a:rPr>
              <a:t>&gt;</a:t>
            </a:r>
          </a:p>
          <a:p>
            <a:pPr lvl="1" algn="just">
              <a:defRPr/>
            </a:pPr>
            <a:r>
              <a:rPr lang="en-US" sz="2500" dirty="0">
                <a:latin typeface="Maiandra GD" pitchFamily="34" charset="0"/>
              </a:rPr>
              <a:t>[“Ordered”: the </a:t>
            </a:r>
            <a:r>
              <a:rPr lang="en-US" sz="2500" i="1" dirty="0">
                <a:latin typeface="Maiandra GD" pitchFamily="34" charset="0"/>
              </a:rPr>
              <a:t>positions</a:t>
            </a:r>
            <a:r>
              <a:rPr lang="en-US" sz="2500" dirty="0">
                <a:latin typeface="Maiandra GD" pitchFamily="34" charset="0"/>
              </a:rPr>
              <a:t>  are ordered, NOT the </a:t>
            </a:r>
            <a:r>
              <a:rPr lang="en-US" sz="2500" i="1" dirty="0">
                <a:latin typeface="Maiandra GD" pitchFamily="34" charset="0"/>
              </a:rPr>
              <a:t>values</a:t>
            </a:r>
            <a:r>
              <a:rPr lang="en-US" sz="2500" dirty="0">
                <a:latin typeface="Maiandra GD" pitchFamily="34" charset="0"/>
              </a:rPr>
              <a:t>.]</a:t>
            </a:r>
          </a:p>
          <a:p>
            <a:pPr algn="just">
              <a:defRPr/>
            </a:pPr>
            <a:r>
              <a:rPr lang="en-US" sz="2800" dirty="0">
                <a:latin typeface="Maiandra GD" pitchFamily="34" charset="0"/>
              </a:rPr>
              <a:t>Each list element has a </a:t>
            </a:r>
            <a:r>
              <a:rPr lang="en-US" sz="2800" dirty="0">
                <a:solidFill>
                  <a:srgbClr val="FF0000"/>
                </a:solidFill>
                <a:latin typeface="Maiandra GD" pitchFamily="34" charset="0"/>
              </a:rPr>
              <a:t>data type</a:t>
            </a:r>
            <a:r>
              <a:rPr lang="en-US" sz="2800" dirty="0">
                <a:solidFill>
                  <a:srgbClr val="0070C0"/>
                </a:solidFill>
                <a:latin typeface="Maiandra GD" pitchFamily="34" charset="0"/>
              </a:rPr>
              <a:t> </a:t>
            </a:r>
            <a:r>
              <a:rPr lang="en-US" sz="2800" dirty="0">
                <a:latin typeface="Maiandra GD" pitchFamily="34" charset="0"/>
              </a:rPr>
              <a:t>(all same data type, but not necessarily).</a:t>
            </a:r>
          </a:p>
          <a:p>
            <a:pPr algn="just">
              <a:defRPr/>
            </a:pPr>
            <a:endParaRPr lang="en-US" sz="2800" dirty="0">
              <a:latin typeface="Helvetica" pitchFamily="34" charset="0"/>
            </a:endParaRPr>
          </a:p>
          <a:p>
            <a:pPr marL="0" indent="0" algn="just">
              <a:buFont typeface="Arial" pitchFamily="34" charset="0"/>
              <a:buNone/>
              <a:defRPr/>
            </a:pPr>
            <a:endParaRPr lang="en-US" sz="2800" dirty="0">
              <a:latin typeface="Helvetica" pitchFamily="34" charset="0"/>
            </a:endParaRPr>
          </a:p>
          <a:p>
            <a:pPr algn="just">
              <a:lnSpc>
                <a:spcPct val="40000"/>
              </a:lnSpc>
              <a:buFontTx/>
              <a:buNone/>
              <a:defRPr/>
            </a:pPr>
            <a:endParaRPr lang="en-US" dirty="0">
              <a:latin typeface="Helvetica"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341313"/>
            <a:ext cx="8229600" cy="563562"/>
          </a:xfrm>
        </p:spPr>
        <p:txBody>
          <a:bodyPr/>
          <a:lstStyle/>
          <a:p>
            <a:r>
              <a:rPr lang="en-US" sz="4000" b="1">
                <a:latin typeface="Maiandra GD" pitchFamily="34" charset="0"/>
              </a:rPr>
              <a:t>Cont’d </a:t>
            </a:r>
          </a:p>
        </p:txBody>
      </p:sp>
      <p:sp>
        <p:nvSpPr>
          <p:cNvPr id="3" name="Content Placeholder 2"/>
          <p:cNvSpPr>
            <a:spLocks noGrp="1"/>
          </p:cNvSpPr>
          <p:nvPr>
            <p:ph idx="1"/>
          </p:nvPr>
        </p:nvSpPr>
        <p:spPr>
          <a:xfrm>
            <a:off x="228600" y="1066800"/>
            <a:ext cx="8686800" cy="5486400"/>
          </a:xfrm>
        </p:spPr>
        <p:txBody>
          <a:bodyPr>
            <a:normAutofit/>
          </a:bodyPr>
          <a:lstStyle/>
          <a:p>
            <a:pPr algn="just">
              <a:defRPr/>
            </a:pPr>
            <a:r>
              <a:rPr lang="en-US" sz="2800" dirty="0">
                <a:latin typeface="Maiandra GD" pitchFamily="34" charset="0"/>
              </a:rPr>
              <a:t>The </a:t>
            </a:r>
            <a:r>
              <a:rPr lang="en-US" sz="2800" u="sng" dirty="0">
                <a:solidFill>
                  <a:srgbClr val="FF0000"/>
                </a:solidFill>
                <a:latin typeface="Maiandra GD" pitchFamily="34" charset="0"/>
              </a:rPr>
              <a:t>empty</a:t>
            </a:r>
            <a:r>
              <a:rPr lang="en-US" sz="2800" dirty="0">
                <a:latin typeface="Maiandra GD" pitchFamily="34" charset="0"/>
              </a:rPr>
              <a:t> list contains no elements.</a:t>
            </a:r>
          </a:p>
          <a:p>
            <a:pPr algn="just">
              <a:defRPr/>
            </a:pPr>
            <a:r>
              <a:rPr lang="en-US" sz="2800" dirty="0">
                <a:latin typeface="Maiandra GD" pitchFamily="34" charset="0"/>
              </a:rPr>
              <a:t>The </a:t>
            </a:r>
            <a:r>
              <a:rPr lang="en-US" sz="2800" u="sng" dirty="0">
                <a:solidFill>
                  <a:srgbClr val="FF0000"/>
                </a:solidFill>
                <a:latin typeface="Maiandra GD" pitchFamily="34" charset="0"/>
              </a:rPr>
              <a:t>length</a:t>
            </a:r>
            <a:r>
              <a:rPr lang="en-US" sz="2800" dirty="0">
                <a:latin typeface="Maiandra GD" pitchFamily="34" charset="0"/>
              </a:rPr>
              <a:t> of the list is the number of elements currently stored.</a:t>
            </a:r>
          </a:p>
          <a:p>
            <a:pPr algn="just">
              <a:defRPr/>
            </a:pPr>
            <a:r>
              <a:rPr lang="en-US" sz="2800" dirty="0">
                <a:latin typeface="Maiandra GD" pitchFamily="34" charset="0"/>
              </a:rPr>
              <a:t>The beginning of the list is called the </a:t>
            </a:r>
            <a:r>
              <a:rPr lang="en-US" sz="2800" dirty="0">
                <a:solidFill>
                  <a:srgbClr val="FF0000"/>
                </a:solidFill>
                <a:latin typeface="Maiandra GD" pitchFamily="34" charset="0"/>
              </a:rPr>
              <a:t>head</a:t>
            </a:r>
            <a:r>
              <a:rPr lang="en-US" sz="2800" dirty="0">
                <a:latin typeface="Maiandra GD" pitchFamily="34" charset="0"/>
              </a:rPr>
              <a:t>, the end of the list is called the </a:t>
            </a:r>
            <a:r>
              <a:rPr lang="en-US" sz="2800" dirty="0">
                <a:solidFill>
                  <a:srgbClr val="FF0000"/>
                </a:solidFill>
                <a:latin typeface="Maiandra GD" pitchFamily="34" charset="0"/>
              </a:rPr>
              <a:t>tail</a:t>
            </a:r>
            <a:r>
              <a:rPr lang="en-US" sz="2800" dirty="0">
                <a:latin typeface="Maiandra GD" pitchFamily="34" charset="0"/>
              </a:rPr>
              <a:t>.</a:t>
            </a:r>
          </a:p>
          <a:p>
            <a:pPr marL="0" indent="0">
              <a:buFont typeface="Arial" pitchFamily="34" charset="0"/>
              <a:buNone/>
              <a:defRPr/>
            </a:pPr>
            <a:endParaRPr lang="en-US" sz="3600" dirty="0">
              <a:latin typeface="Maiandra GD" pitchFamily="34" charset="0"/>
            </a:endParaRPr>
          </a:p>
          <a:p>
            <a:pPr>
              <a:lnSpc>
                <a:spcPct val="50000"/>
              </a:lnSpc>
              <a:buFontTx/>
              <a:buNone/>
              <a:defRPr/>
            </a:pPr>
            <a:endParaRPr lang="en-US" sz="3600" dirty="0">
              <a:latin typeface="Maiandra GD" pitchFamily="34" charset="0"/>
            </a:endParaRPr>
          </a:p>
          <a:p>
            <a:pPr>
              <a:lnSpc>
                <a:spcPct val="50000"/>
              </a:lnSpc>
              <a:buFontTx/>
              <a:buNone/>
              <a:defRPr/>
            </a:pPr>
            <a:endParaRPr lang="en-US" sz="3600" dirty="0">
              <a:latin typeface="Maiandra GD" pitchFamily="34" charset="0"/>
            </a:endParaRPr>
          </a:p>
          <a:p>
            <a:pPr marL="0" indent="0">
              <a:buFont typeface="Arial" pitchFamily="34" charset="0"/>
              <a:buNone/>
              <a:defRPr/>
            </a:pPr>
            <a:endParaRPr lang="en-US" sz="3600" dirty="0">
              <a:latin typeface="Maiandra GD" pitchFamily="34" charset="0"/>
            </a:endParaRPr>
          </a:p>
          <a:p>
            <a:pPr marL="0" indent="0">
              <a:buFont typeface="Arial" pitchFamily="34" charset="0"/>
              <a:buNone/>
              <a:defRPr/>
            </a:pPr>
            <a:endParaRPr lang="en-US" sz="3600" dirty="0">
              <a:latin typeface="Maiandra GD" pitchFamily="34" charset="0"/>
            </a:endParaRPr>
          </a:p>
          <a:p>
            <a:pPr marL="0" indent="0">
              <a:buFont typeface="Arial" pitchFamily="34" charset="0"/>
              <a:buNone/>
              <a:defRPr/>
            </a:pPr>
            <a:endParaRPr lang="en-US" sz="3600" dirty="0">
              <a:latin typeface="Maiandra GD" pitchFamily="34" charset="0"/>
            </a:endParaRPr>
          </a:p>
          <a:p>
            <a:pPr marL="0" indent="0">
              <a:buFont typeface="Arial" pitchFamily="34" charset="0"/>
              <a:buNone/>
              <a:defRPr/>
            </a:pPr>
            <a:endParaRPr lang="en-US" sz="3600" dirty="0"/>
          </a:p>
          <a:p>
            <a:pPr>
              <a:defRPr/>
            </a:pPr>
            <a:endParaRPr lang="en-US" dirty="0"/>
          </a:p>
        </p:txBody>
      </p:sp>
      <p:pic>
        <p:nvPicPr>
          <p:cNvPr id="5124" name="Picture 3"/>
          <p:cNvPicPr>
            <a:picLocks noChangeAspect="1" noChangeArrowheads="1"/>
          </p:cNvPicPr>
          <p:nvPr/>
        </p:nvPicPr>
        <p:blipFill>
          <a:blip r:embed="rId2"/>
          <a:srcRect/>
          <a:stretch>
            <a:fillRect/>
          </a:stretch>
        </p:blipFill>
        <p:spPr bwMode="auto">
          <a:xfrm>
            <a:off x="304800" y="3581400"/>
            <a:ext cx="8648700" cy="19050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8839200" cy="5410200"/>
          </a:xfrm>
        </p:spPr>
        <p:txBody>
          <a:bodyPr>
            <a:normAutofit/>
          </a:bodyPr>
          <a:lstStyle/>
          <a:p>
            <a:pPr algn="just">
              <a:defRPr/>
            </a:pPr>
            <a:r>
              <a:rPr lang="en-US" sz="2800" b="1" dirty="0">
                <a:solidFill>
                  <a:srgbClr val="FF0000"/>
                </a:solidFill>
                <a:latin typeface="Maiandra GD" pitchFamily="34" charset="0"/>
              </a:rPr>
              <a:t>Sorted lists </a:t>
            </a:r>
            <a:r>
              <a:rPr lang="en-US" sz="2800" dirty="0">
                <a:latin typeface="Maiandra GD" pitchFamily="34" charset="0"/>
              </a:rPr>
              <a:t>have their elements positioned in ascending or descending order of value, while </a:t>
            </a:r>
            <a:r>
              <a:rPr lang="en-US" sz="2800" b="1" dirty="0">
                <a:solidFill>
                  <a:srgbClr val="FF0000"/>
                </a:solidFill>
                <a:latin typeface="Maiandra GD" pitchFamily="34" charset="0"/>
              </a:rPr>
              <a:t>unsorted lists </a:t>
            </a:r>
            <a:r>
              <a:rPr lang="en-US" sz="2800" dirty="0">
                <a:latin typeface="Maiandra GD" pitchFamily="34" charset="0"/>
              </a:rPr>
              <a:t>have no necessary relationship between element values and positions. </a:t>
            </a:r>
          </a:p>
          <a:p>
            <a:pPr algn="just">
              <a:lnSpc>
                <a:spcPct val="50000"/>
              </a:lnSpc>
              <a:defRPr/>
            </a:pPr>
            <a:endParaRPr lang="en-US" dirty="0">
              <a:latin typeface="Helvetica" pitchFamily="34" charset="0"/>
            </a:endParaRPr>
          </a:p>
          <a:p>
            <a:pPr algn="just">
              <a:lnSpc>
                <a:spcPct val="50000"/>
              </a:lnSpc>
              <a:defRPr/>
            </a:pPr>
            <a:endParaRPr lang="en-US" dirty="0">
              <a:latin typeface="Helvetica" pitchFamily="34" charset="0"/>
            </a:endParaRPr>
          </a:p>
          <a:p>
            <a:pPr algn="just">
              <a:defRPr/>
            </a:pPr>
            <a:r>
              <a:rPr lang="en-US" sz="2800" dirty="0">
                <a:latin typeface="Maiandra GD" pitchFamily="34" charset="0"/>
              </a:rPr>
              <a:t>What operations should we implement?</a:t>
            </a:r>
          </a:p>
          <a:p>
            <a:pPr marL="0" indent="0" algn="just">
              <a:buFont typeface="Arial" pitchFamily="34" charset="0"/>
              <a:buNone/>
              <a:defRPr/>
            </a:pPr>
            <a:r>
              <a:rPr lang="en-US" sz="2800" b="1" dirty="0">
                <a:latin typeface="Maiandra GD" pitchFamily="34" charset="0"/>
              </a:rPr>
              <a:t>	[Design the basic operations first]</a:t>
            </a:r>
          </a:p>
          <a:p>
            <a:pPr algn="just">
              <a:buFontTx/>
              <a:buNone/>
              <a:defRPr/>
            </a:pPr>
            <a:endParaRPr lang="en-US" sz="2800" dirty="0">
              <a:latin typeface="Helvetica" pitchFamily="34" charset="0"/>
            </a:endParaRPr>
          </a:p>
          <a:p>
            <a:pPr marL="0" indent="0" algn="just">
              <a:buFont typeface="Arial" pitchFamily="34" charset="0"/>
              <a:buNone/>
              <a:defRPr/>
            </a:pPr>
            <a:endParaRPr lang="en-US" sz="2800" dirty="0"/>
          </a:p>
        </p:txBody>
      </p:sp>
      <p:sp>
        <p:nvSpPr>
          <p:cNvPr id="6147" name="Title 1"/>
          <p:cNvSpPr>
            <a:spLocks noGrp="1"/>
          </p:cNvSpPr>
          <p:nvPr>
            <p:ph type="title"/>
          </p:nvPr>
        </p:nvSpPr>
        <p:spPr>
          <a:xfrm>
            <a:off x="304800" y="304800"/>
            <a:ext cx="8458200" cy="563563"/>
          </a:xfrm>
        </p:spPr>
        <p:txBody>
          <a:bodyPr/>
          <a:lstStyle/>
          <a:p>
            <a:r>
              <a:rPr lang="en-US" sz="4000" b="1">
                <a:latin typeface="Maiandra GD" pitchFamily="34" charset="0"/>
              </a:rPr>
              <a:t>Cont’d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04800" y="304800"/>
            <a:ext cx="8226425" cy="533400"/>
          </a:xfrm>
        </p:spPr>
        <p:txBody>
          <a:bodyPr/>
          <a:lstStyle/>
          <a:p>
            <a:r>
              <a:rPr lang="en-US" sz="4000" b="1">
                <a:latin typeface="Maiandra GD" pitchFamily="34" charset="0"/>
              </a:rPr>
              <a:t>List Implementation Concepts</a:t>
            </a:r>
          </a:p>
        </p:txBody>
      </p:sp>
      <p:sp>
        <p:nvSpPr>
          <p:cNvPr id="113667" name="Rectangle 3"/>
          <p:cNvSpPr>
            <a:spLocks noGrp="1" noChangeArrowheads="1"/>
          </p:cNvSpPr>
          <p:nvPr>
            <p:ph idx="1"/>
          </p:nvPr>
        </p:nvSpPr>
        <p:spPr>
          <a:xfrm>
            <a:off x="152400" y="990600"/>
            <a:ext cx="8839200" cy="5334000"/>
          </a:xfrm>
        </p:spPr>
        <p:txBody>
          <a:bodyPr>
            <a:normAutofit/>
          </a:bodyPr>
          <a:lstStyle/>
          <a:p>
            <a:pPr algn="just">
              <a:defRPr/>
            </a:pPr>
            <a:r>
              <a:rPr lang="en-US" sz="2800" dirty="0">
                <a:latin typeface="Maiandra GD" pitchFamily="34" charset="0"/>
              </a:rPr>
              <a:t>Our list implementation will support the concept of a </a:t>
            </a:r>
            <a:r>
              <a:rPr lang="en-US" sz="2800" b="1" u="sng" dirty="0">
                <a:solidFill>
                  <a:srgbClr val="FF0000"/>
                </a:solidFill>
                <a:latin typeface="Maiandra GD" pitchFamily="34" charset="0"/>
              </a:rPr>
              <a:t>current position</a:t>
            </a:r>
            <a:r>
              <a:rPr lang="en-US" sz="2800" dirty="0">
                <a:latin typeface="Maiandra GD" pitchFamily="34" charset="0"/>
              </a:rPr>
              <a:t>.</a:t>
            </a:r>
          </a:p>
          <a:p>
            <a:pPr>
              <a:lnSpc>
                <a:spcPct val="90000"/>
              </a:lnSpc>
              <a:buFontTx/>
              <a:buNone/>
              <a:defRPr/>
            </a:pPr>
            <a:endParaRPr lang="en-US" sz="2800" dirty="0">
              <a:latin typeface="Maiandra GD" pitchFamily="34" charset="0"/>
            </a:endParaRPr>
          </a:p>
          <a:p>
            <a:pPr>
              <a:defRPr/>
            </a:pPr>
            <a:r>
              <a:rPr lang="en-US" sz="2800" b="1" dirty="0">
                <a:latin typeface="Maiandra GD" pitchFamily="34" charset="0"/>
              </a:rPr>
              <a:t>Basic operations</a:t>
            </a:r>
            <a:r>
              <a:rPr lang="en-US" sz="2800" dirty="0">
                <a:latin typeface="Maiandra GD" pitchFamily="34" charset="0"/>
              </a:rPr>
              <a:t>:</a:t>
            </a:r>
          </a:p>
          <a:p>
            <a:pPr lvl="1" algn="just">
              <a:defRPr/>
            </a:pPr>
            <a:r>
              <a:rPr lang="en-US" dirty="0">
                <a:latin typeface="Maiandra GD" pitchFamily="34" charset="0"/>
              </a:rPr>
              <a:t>Add, find and delete element anywhere, next, previous, clear (reinitialize), test for empty.</a:t>
            </a:r>
          </a:p>
          <a:p>
            <a:pPr marL="0" indent="0">
              <a:buFont typeface="Arial" pitchFamily="34" charset="0"/>
              <a:buNone/>
              <a:defRPr/>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74638"/>
            <a:ext cx="8229600" cy="1173162"/>
          </a:xfrm>
        </p:spPr>
        <p:txBody>
          <a:bodyPr/>
          <a:lstStyle/>
          <a:p>
            <a:pPr eaLnBrk="1" hangingPunct="1"/>
            <a:r>
              <a:rPr lang="en-US" sz="3600" b="1">
                <a:latin typeface="Maiandra GD" pitchFamily="34" charset="0"/>
              </a:rPr>
              <a:t>Types of Data Structures to implement list </a:t>
            </a:r>
          </a:p>
        </p:txBody>
      </p:sp>
      <p:sp>
        <p:nvSpPr>
          <p:cNvPr id="8195" name="Rectangle 3"/>
          <p:cNvSpPr>
            <a:spLocks noGrp="1" noChangeArrowheads="1"/>
          </p:cNvSpPr>
          <p:nvPr>
            <p:ph idx="1"/>
          </p:nvPr>
        </p:nvSpPr>
        <p:spPr>
          <a:xfrm>
            <a:off x="228600" y="1371600"/>
            <a:ext cx="8610600" cy="4754563"/>
          </a:xfrm>
        </p:spPr>
        <p:txBody>
          <a:bodyPr/>
          <a:lstStyle/>
          <a:p>
            <a:pPr eaLnBrk="1" hangingPunct="1"/>
            <a:r>
              <a:rPr lang="en-US" sz="2800">
                <a:latin typeface="Maiandra GD" pitchFamily="34" charset="0"/>
              </a:rPr>
              <a:t>There are two broad types of data structure based on their memory allocation:</a:t>
            </a:r>
          </a:p>
          <a:p>
            <a:pPr lvl="1" eaLnBrk="1" hangingPunct="1"/>
            <a:r>
              <a:rPr lang="en-US">
                <a:latin typeface="Maiandra GD" pitchFamily="34" charset="0"/>
              </a:rPr>
              <a:t>Static Data Structures</a:t>
            </a:r>
          </a:p>
          <a:p>
            <a:pPr lvl="1" eaLnBrk="1" hangingPunct="1"/>
            <a:r>
              <a:rPr lang="en-US">
                <a:latin typeface="Maiandra GD" pitchFamily="34" charset="0"/>
              </a:rPr>
              <a:t>Dynamic Data Structures</a:t>
            </a:r>
          </a:p>
          <a:p>
            <a:pPr lvl="1" eaLnBrk="1" hangingPunct="1"/>
            <a:endParaRPr lang="en-US" sz="2400">
              <a:latin typeface="Maiandra GD" pitchFamily="34" charset="0"/>
            </a:endParaRPr>
          </a:p>
          <a:p>
            <a:pPr eaLnBrk="1" hangingPunct="1">
              <a:buFont typeface="Arial" pitchFamily="34" charset="0"/>
              <a:buNone/>
            </a:pPr>
            <a:endParaRPr lang="en-US" sz="2800" b="1"/>
          </a:p>
        </p:txBody>
      </p:sp>
      <p:sp>
        <p:nvSpPr>
          <p:cNvPr id="4" name="Slide Number Placeholder 5"/>
          <p:cNvSpPr>
            <a:spLocks noGrp="1"/>
          </p:cNvSpPr>
          <p:nvPr>
            <p:ph type="sldNum" sz="quarter" idx="12"/>
          </p:nvPr>
        </p:nvSpPr>
        <p:spPr/>
        <p:txBody>
          <a:bodyPr/>
          <a:lstStyle/>
          <a:p>
            <a:pPr>
              <a:defRPr/>
            </a:pPr>
            <a:fld id="{382DA6D8-9D3C-4118-B0A0-0C031D4CECC8}"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76200" y="381000"/>
            <a:ext cx="8915400" cy="6019800"/>
          </a:xfrm>
        </p:spPr>
        <p:txBody>
          <a:bodyPr rtlCol="0">
            <a:normAutofit/>
          </a:bodyPr>
          <a:lstStyle/>
          <a:p>
            <a:pPr marL="571500" indent="-571500" eaLnBrk="1" fontAlgn="auto" hangingPunct="1">
              <a:spcAft>
                <a:spcPts val="0"/>
              </a:spcAft>
              <a:buFont typeface="+mj-lt"/>
              <a:buAutoNum type="romanUcPeriod"/>
              <a:defRPr/>
            </a:pPr>
            <a:r>
              <a:rPr lang="en-US" sz="3000" b="1" dirty="0">
                <a:latin typeface="Maiandra GD" pitchFamily="34" charset="0"/>
              </a:rPr>
              <a:t>Static Data Structures</a:t>
            </a:r>
          </a:p>
          <a:p>
            <a:pPr eaLnBrk="1" fontAlgn="auto" hangingPunct="1">
              <a:spcAft>
                <a:spcPts val="0"/>
              </a:spcAft>
              <a:defRPr/>
            </a:pPr>
            <a:r>
              <a:rPr lang="en-US" sz="2800" dirty="0">
                <a:latin typeface="Maiandra GD" pitchFamily="34" charset="0"/>
              </a:rPr>
              <a:t>Are data structures that are defined &amp; allocated before execution, thus the size cannot be changed during time of execution. </a:t>
            </a:r>
          </a:p>
          <a:p>
            <a:pPr lvl="1" eaLnBrk="1" fontAlgn="auto" hangingPunct="1">
              <a:spcAft>
                <a:spcPts val="0"/>
              </a:spcAft>
              <a:buFontTx/>
              <a:buNone/>
              <a:defRPr/>
            </a:pPr>
            <a:r>
              <a:rPr lang="en-US" u="sng" dirty="0">
                <a:latin typeface="Maiandra GD" pitchFamily="34" charset="0"/>
              </a:rPr>
              <a:t>Example</a:t>
            </a:r>
            <a:r>
              <a:rPr lang="en-US" dirty="0">
                <a:latin typeface="Maiandra GD" pitchFamily="34" charset="0"/>
              </a:rPr>
              <a:t>: Array implementation of ADTs.</a:t>
            </a:r>
            <a:endParaRPr lang="en-US" sz="2400" dirty="0">
              <a:latin typeface="Maiandra GD" pitchFamily="34" charset="0"/>
            </a:endParaRPr>
          </a:p>
          <a:p>
            <a:pPr eaLnBrk="1" fontAlgn="auto" hangingPunct="1">
              <a:spcAft>
                <a:spcPts val="0"/>
              </a:spcAft>
              <a:buFontTx/>
              <a:buNone/>
              <a:defRPr/>
            </a:pPr>
            <a:endParaRPr lang="en-US" sz="2800" b="1" dirty="0">
              <a:latin typeface="Maiandra GD" pitchFamily="34" charset="0"/>
            </a:endParaRPr>
          </a:p>
          <a:p>
            <a:pPr marL="571500" indent="-571500" eaLnBrk="1" fontAlgn="auto" hangingPunct="1">
              <a:spcAft>
                <a:spcPts val="0"/>
              </a:spcAft>
              <a:buFont typeface="+mj-lt"/>
              <a:buAutoNum type="romanUcPeriod" startAt="2"/>
              <a:defRPr/>
            </a:pPr>
            <a:r>
              <a:rPr lang="en-US" sz="3000" b="1" dirty="0">
                <a:latin typeface="Maiandra GD" pitchFamily="34" charset="0"/>
              </a:rPr>
              <a:t>Dynamic Data Structure</a:t>
            </a:r>
          </a:p>
          <a:p>
            <a:pPr eaLnBrk="1" fontAlgn="auto" hangingPunct="1">
              <a:spcAft>
                <a:spcPts val="0"/>
              </a:spcAft>
              <a:defRPr/>
            </a:pPr>
            <a:r>
              <a:rPr lang="en-US" sz="2800" dirty="0">
                <a:latin typeface="Maiandra GD" pitchFamily="34" charset="0"/>
              </a:rPr>
              <a:t>Are data structure that can grow and shrink in size or permits discarding of unwanted memory during execution time. </a:t>
            </a:r>
          </a:p>
          <a:p>
            <a:pPr lvl="1" eaLnBrk="1" fontAlgn="auto" hangingPunct="1">
              <a:spcAft>
                <a:spcPts val="0"/>
              </a:spcAft>
              <a:buFontTx/>
              <a:buNone/>
              <a:defRPr/>
            </a:pPr>
            <a:r>
              <a:rPr lang="en-US" u="sng" dirty="0">
                <a:latin typeface="Maiandra GD" pitchFamily="34" charset="0"/>
              </a:rPr>
              <a:t>Example</a:t>
            </a:r>
            <a:r>
              <a:rPr lang="en-US" dirty="0">
                <a:latin typeface="Maiandra GD" pitchFamily="34" charset="0"/>
              </a:rPr>
              <a:t>: Linked list implementation of ADTs.</a:t>
            </a:r>
          </a:p>
          <a:p>
            <a:pPr marL="571500" indent="-571500" eaLnBrk="1" fontAlgn="auto" hangingPunct="1">
              <a:spcAft>
                <a:spcPts val="0"/>
              </a:spcAft>
              <a:buFont typeface="Arial" pitchFamily="34" charset="0"/>
              <a:buNone/>
              <a:defRPr/>
            </a:pPr>
            <a:endParaRPr lang="en-US" sz="2800" dirty="0">
              <a:latin typeface="Maiandra GD" pitchFamily="34" charset="0"/>
            </a:endParaRPr>
          </a:p>
          <a:p>
            <a:pPr eaLnBrk="1" fontAlgn="auto" hangingPunct="1">
              <a:spcAft>
                <a:spcPts val="0"/>
              </a:spcAft>
              <a:buFontTx/>
              <a:buNone/>
              <a:defRPr/>
            </a:pPr>
            <a:endParaRPr lang="en-US" sz="2800" b="1" dirty="0">
              <a:latin typeface="Maiandra GD" pitchFamily="34" charset="0"/>
            </a:endParaRPr>
          </a:p>
          <a:p>
            <a:pPr eaLnBrk="1" fontAlgn="auto" hangingPunct="1">
              <a:spcAft>
                <a:spcPts val="0"/>
              </a:spcAft>
              <a:defRPr/>
            </a:pPr>
            <a:endParaRPr lang="en-US" sz="2800" b="1" dirty="0">
              <a:latin typeface="Maiandra GD" pitchFamily="34" charset="0"/>
            </a:endParaRPr>
          </a:p>
        </p:txBody>
      </p:sp>
      <p:sp>
        <p:nvSpPr>
          <p:cNvPr id="4" name="Slide Number Placeholder 5"/>
          <p:cNvSpPr>
            <a:spLocks noGrp="1"/>
          </p:cNvSpPr>
          <p:nvPr>
            <p:ph type="sldNum" sz="quarter" idx="12"/>
          </p:nvPr>
        </p:nvSpPr>
        <p:spPr/>
        <p:txBody>
          <a:bodyPr/>
          <a:lstStyle/>
          <a:p>
            <a:pPr>
              <a:defRPr/>
            </a:pPr>
            <a:fld id="{F74E67B7-5045-466E-9909-3D1743E5C7D0}"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228600"/>
            <a:ext cx="8226425" cy="549275"/>
          </a:xfrm>
        </p:spPr>
        <p:txBody>
          <a:bodyPr/>
          <a:lstStyle/>
          <a:p>
            <a:r>
              <a:rPr lang="en-US" sz="4000" b="1">
                <a:latin typeface="Maiandra GD" pitchFamily="34" charset="0"/>
              </a:rPr>
              <a:t>Array-Based List Implementation</a:t>
            </a:r>
          </a:p>
        </p:txBody>
      </p:sp>
      <p:sp>
        <p:nvSpPr>
          <p:cNvPr id="121859" name="Rectangle 3"/>
          <p:cNvSpPr>
            <a:spLocks noGrp="1" noChangeArrowheads="1"/>
          </p:cNvSpPr>
          <p:nvPr>
            <p:ph idx="1"/>
          </p:nvPr>
        </p:nvSpPr>
        <p:spPr>
          <a:xfrm>
            <a:off x="152400" y="914400"/>
            <a:ext cx="8839200" cy="5715000"/>
          </a:xfrm>
        </p:spPr>
        <p:txBody>
          <a:bodyPr>
            <a:normAutofit/>
          </a:bodyPr>
          <a:lstStyle/>
          <a:p>
            <a:pPr marL="0" indent="0">
              <a:buFont typeface="Arial" pitchFamily="34" charset="0"/>
              <a:buNone/>
              <a:defRPr/>
            </a:pPr>
            <a:r>
              <a:rPr lang="en-US" sz="2400" b="1" dirty="0">
                <a:latin typeface="Maiandra GD" pitchFamily="34" charset="0"/>
              </a:rPr>
              <a:t>[There are two standard approaches to implementing lists, the array-based list and the linked list.]</a:t>
            </a:r>
          </a:p>
          <a:p>
            <a:pPr marL="0" indent="0">
              <a:buFont typeface="Arial" pitchFamily="34" charset="0"/>
              <a:buNone/>
              <a:defRPr/>
            </a:pPr>
            <a:r>
              <a:rPr lang="en-US" sz="2400" dirty="0">
                <a:latin typeface="Maiandra GD" pitchFamily="34" charset="0"/>
              </a:rPr>
              <a:t>Array-Based List Insert:</a:t>
            </a:r>
          </a:p>
          <a:p>
            <a:pPr>
              <a:lnSpc>
                <a:spcPct val="90000"/>
              </a:lnSpc>
              <a:buFont typeface="Arial" pitchFamily="34" charset="0"/>
              <a:buNone/>
              <a:defRPr/>
            </a:pPr>
            <a:r>
              <a:rPr lang="en-US" sz="2400" b="1" dirty="0">
                <a:latin typeface="Maiandra GD" pitchFamily="34" charset="0"/>
              </a:rPr>
              <a:t>[Push items up/down.  Cost: </a:t>
            </a:r>
            <a:r>
              <a:rPr lang="en-US" sz="2400" b="1" dirty="0">
                <a:latin typeface="Maiandra GD" pitchFamily="34" charset="0"/>
                <a:sym typeface="Symbol" pitchFamily="18" charset="2"/>
              </a:rPr>
              <a:t></a:t>
            </a:r>
            <a:r>
              <a:rPr lang="en-US" sz="2400" b="1" dirty="0">
                <a:latin typeface="Maiandra GD" pitchFamily="34" charset="0"/>
              </a:rPr>
              <a:t>(</a:t>
            </a:r>
            <a:r>
              <a:rPr lang="en-US" sz="2400" b="1" i="1" dirty="0">
                <a:latin typeface="Maiandra GD" pitchFamily="34" charset="0"/>
              </a:rPr>
              <a:t>n</a:t>
            </a:r>
            <a:r>
              <a:rPr lang="en-US" sz="2400" b="1" dirty="0">
                <a:latin typeface="Maiandra GD" pitchFamily="34" charset="0"/>
              </a:rPr>
              <a:t>).]</a:t>
            </a:r>
          </a:p>
        </p:txBody>
      </p:sp>
      <p:pic>
        <p:nvPicPr>
          <p:cNvPr id="10244" name="Picture 4" descr="C:\Shaffer\CS2604\Figs\ShiftLis.gif"/>
          <p:cNvPicPr>
            <a:picLocks noChangeAspect="1" noChangeArrowheads="1"/>
          </p:cNvPicPr>
          <p:nvPr/>
        </p:nvPicPr>
        <p:blipFill>
          <a:blip r:embed="rId3"/>
          <a:srcRect l="1610" t="2377" r="4292" b="2377"/>
          <a:stretch>
            <a:fillRect/>
          </a:stretch>
        </p:blipFill>
        <p:spPr bwMode="auto">
          <a:xfrm>
            <a:off x="762000" y="2590800"/>
            <a:ext cx="7924800" cy="2803525"/>
          </a:xfrm>
          <a:prstGeom prst="rect">
            <a:avLst/>
          </a:prstGeom>
          <a:noFill/>
          <a:ln w="9525">
            <a:noFill/>
            <a:miter lim="800000"/>
            <a:headEnd/>
            <a:tailEnd/>
          </a:ln>
        </p:spPr>
      </p:pic>
      <p:sp>
        <p:nvSpPr>
          <p:cNvPr id="10245" name="Rectangle 1"/>
          <p:cNvSpPr>
            <a:spLocks noChangeArrowheads="1"/>
          </p:cNvSpPr>
          <p:nvPr/>
        </p:nvSpPr>
        <p:spPr bwMode="auto">
          <a:xfrm>
            <a:off x="360363" y="5486400"/>
            <a:ext cx="8582025" cy="1200150"/>
          </a:xfrm>
          <a:prstGeom prst="rect">
            <a:avLst/>
          </a:prstGeom>
          <a:noFill/>
          <a:ln w="9525">
            <a:noFill/>
            <a:miter lim="800000"/>
            <a:headEnd/>
            <a:tailEnd/>
          </a:ln>
        </p:spPr>
        <p:txBody>
          <a:bodyPr>
            <a:spAutoFit/>
          </a:bodyPr>
          <a:lstStyle/>
          <a:p>
            <a:r>
              <a:rPr lang="en-US" sz="2400">
                <a:latin typeface="Maiandra GD" pitchFamily="34" charset="0"/>
              </a:rPr>
              <a:t>Inserting an element at the head of an array-based list requires shifting all existing elements in the array by one position toward the tail.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04800" y="228600"/>
            <a:ext cx="8226425" cy="473075"/>
          </a:xfrm>
        </p:spPr>
        <p:txBody>
          <a:bodyPr/>
          <a:lstStyle/>
          <a:p>
            <a:r>
              <a:rPr lang="en-US" sz="3600" b="1">
                <a:latin typeface="Maiandra GD" pitchFamily="34" charset="0"/>
              </a:rPr>
              <a:t>Array-Based List Class (1)</a:t>
            </a:r>
          </a:p>
        </p:txBody>
      </p:sp>
      <p:sp>
        <p:nvSpPr>
          <p:cNvPr id="11267" name="Rectangle 3"/>
          <p:cNvSpPr>
            <a:spLocks noGrp="1" noChangeArrowheads="1"/>
          </p:cNvSpPr>
          <p:nvPr>
            <p:ph idx="1"/>
          </p:nvPr>
        </p:nvSpPr>
        <p:spPr>
          <a:xfrm>
            <a:off x="76200" y="838200"/>
            <a:ext cx="8991600" cy="5791200"/>
          </a:xfrm>
        </p:spPr>
        <p:txBody>
          <a:bodyPr/>
          <a:lstStyle/>
          <a:p>
            <a:pPr>
              <a:lnSpc>
                <a:spcPct val="70000"/>
              </a:lnSpc>
              <a:buFontTx/>
              <a:buNone/>
            </a:pPr>
            <a:r>
              <a:rPr lang="en-US" sz="2400" b="1">
                <a:latin typeface="Courier New" pitchFamily="49" charset="0"/>
              </a:rPr>
              <a:t>//Array-based list</a:t>
            </a:r>
          </a:p>
          <a:p>
            <a:pPr>
              <a:lnSpc>
                <a:spcPct val="70000"/>
              </a:lnSpc>
              <a:buFontTx/>
              <a:buNone/>
            </a:pPr>
            <a:r>
              <a:rPr lang="en-US" sz="2400">
                <a:latin typeface="Courier New" pitchFamily="49" charset="0"/>
              </a:rPr>
              <a:t>class AList : public List{</a:t>
            </a:r>
          </a:p>
          <a:p>
            <a:pPr>
              <a:lnSpc>
                <a:spcPct val="70000"/>
              </a:lnSpc>
              <a:buFontTx/>
              <a:buNone/>
            </a:pPr>
            <a:r>
              <a:rPr lang="en-US" sz="2400">
                <a:latin typeface="Courier New" pitchFamily="49" charset="0"/>
              </a:rPr>
              <a:t>private:</a:t>
            </a:r>
          </a:p>
          <a:p>
            <a:pPr>
              <a:lnSpc>
                <a:spcPct val="70000"/>
              </a:lnSpc>
              <a:buFontTx/>
              <a:buNone/>
            </a:pPr>
            <a:r>
              <a:rPr lang="en-US" sz="2400">
                <a:latin typeface="Courier New" pitchFamily="49" charset="0"/>
              </a:rPr>
              <a:t>  int maxSize;     // Maximum size of list</a:t>
            </a:r>
          </a:p>
          <a:p>
            <a:pPr>
              <a:lnSpc>
                <a:spcPct val="70000"/>
              </a:lnSpc>
              <a:buFontTx/>
              <a:buNone/>
            </a:pPr>
            <a:r>
              <a:rPr lang="en-US" sz="2400">
                <a:latin typeface="Courier New" pitchFamily="49" charset="0"/>
              </a:rPr>
              <a:t>  int listSize;    // Actual elem count</a:t>
            </a:r>
          </a:p>
          <a:p>
            <a:pPr>
              <a:lnSpc>
                <a:spcPct val="70000"/>
              </a:lnSpc>
              <a:buFontTx/>
              <a:buNone/>
            </a:pPr>
            <a:r>
              <a:rPr lang="en-US" sz="2400">
                <a:latin typeface="Courier New" pitchFamily="49" charset="0"/>
              </a:rPr>
              <a:t>  int curr;       // Position of curr</a:t>
            </a:r>
          </a:p>
          <a:p>
            <a:pPr>
              <a:lnSpc>
                <a:spcPct val="70000"/>
              </a:lnSpc>
              <a:buFontTx/>
              <a:buNone/>
            </a:pPr>
            <a:r>
              <a:rPr lang="en-US" sz="2400">
                <a:latin typeface="Courier New" pitchFamily="49" charset="0"/>
              </a:rPr>
              <a:t>  datatype listArray; // Array holding list</a:t>
            </a:r>
          </a:p>
          <a:p>
            <a:pPr>
              <a:lnSpc>
                <a:spcPct val="80000"/>
              </a:lnSpc>
              <a:buFontTx/>
              <a:buNone/>
            </a:pPr>
            <a:r>
              <a:rPr lang="en-US" sz="2400">
                <a:latin typeface="Courier New" pitchFamily="49" charset="0"/>
              </a:rPr>
              <a:t>public:</a:t>
            </a:r>
          </a:p>
          <a:p>
            <a:pPr>
              <a:lnSpc>
                <a:spcPct val="80000"/>
              </a:lnSpc>
              <a:buFontTx/>
              <a:buNone/>
            </a:pPr>
            <a:r>
              <a:rPr lang="en-US" sz="2400">
                <a:latin typeface="Courier New" pitchFamily="49" charset="0"/>
              </a:rPr>
              <a:t>  AList(int size = DefaultListSize){</a:t>
            </a:r>
            <a:r>
              <a:rPr lang="en-US" sz="2400" b="1">
                <a:latin typeface="Maiandra GD" pitchFamily="34" charset="0"/>
              </a:rPr>
              <a:t>// Constructor</a:t>
            </a:r>
          </a:p>
          <a:p>
            <a:pPr>
              <a:lnSpc>
                <a:spcPct val="80000"/>
              </a:lnSpc>
              <a:buFontTx/>
              <a:buNone/>
            </a:pPr>
            <a:r>
              <a:rPr lang="en-US" sz="2400">
                <a:latin typeface="Courier New" pitchFamily="49" charset="0"/>
              </a:rPr>
              <a:t>    maxSize = size;</a:t>
            </a:r>
          </a:p>
          <a:p>
            <a:pPr>
              <a:lnSpc>
                <a:spcPct val="80000"/>
              </a:lnSpc>
              <a:buFontTx/>
              <a:buNone/>
            </a:pPr>
            <a:r>
              <a:rPr lang="en-US" sz="2400">
                <a:latin typeface="Courier New" pitchFamily="49" charset="0"/>
              </a:rPr>
              <a:t>    listSize = curr = 0;</a:t>
            </a:r>
          </a:p>
          <a:p>
            <a:pPr>
              <a:lnSpc>
                <a:spcPct val="80000"/>
              </a:lnSpc>
              <a:buFontTx/>
              <a:buNone/>
            </a:pPr>
            <a:r>
              <a:rPr lang="en-US" sz="2400">
                <a:latin typeface="Courier New" pitchFamily="49" charset="0"/>
              </a:rPr>
              <a:t>    listArray = new datatype[maxSize];</a:t>
            </a:r>
          </a:p>
          <a:p>
            <a:pPr>
              <a:lnSpc>
                <a:spcPct val="80000"/>
              </a:lnSpc>
              <a:buFontTx/>
              <a:buNone/>
            </a:pPr>
            <a:r>
              <a:rPr lang="en-US" sz="2400">
                <a:latin typeface="Courier New" pitchFamily="49" charset="0"/>
              </a:rPr>
              <a:t>  }</a:t>
            </a:r>
          </a:p>
          <a:p>
            <a:pPr>
              <a:lnSpc>
                <a:spcPct val="80000"/>
              </a:lnSpc>
              <a:buFont typeface="Arial" pitchFamily="34" charset="0"/>
              <a:buNone/>
            </a:pPr>
            <a:r>
              <a:rPr lang="en-US" sz="2400">
                <a:latin typeface="Courier New" pitchFamily="49" charset="0"/>
              </a:rPr>
              <a:t>  ~AList() { delete [] listArray; }</a:t>
            </a:r>
            <a:r>
              <a:rPr lang="en-US" sz="2400"/>
              <a:t> </a:t>
            </a:r>
            <a:r>
              <a:rPr lang="en-US" sz="2400" b="1">
                <a:latin typeface="Maiandra GD" pitchFamily="34" charset="0"/>
              </a:rPr>
              <a:t>// Destructor</a:t>
            </a:r>
          </a:p>
          <a:p>
            <a:pPr>
              <a:lnSpc>
                <a:spcPct val="80000"/>
              </a:lnSpc>
              <a:buFontTx/>
              <a:buNone/>
            </a:pPr>
            <a:endParaRPr lang="en-US" sz="2400">
              <a:latin typeface="Courier New"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04800" y="304800"/>
            <a:ext cx="8226425" cy="457200"/>
          </a:xfrm>
        </p:spPr>
        <p:txBody>
          <a:bodyPr/>
          <a:lstStyle/>
          <a:p>
            <a:r>
              <a:rPr lang="en-US" sz="3600" b="1">
                <a:latin typeface="Maiandra GD" pitchFamily="34" charset="0"/>
              </a:rPr>
              <a:t>Array-Based List Class (2)</a:t>
            </a:r>
          </a:p>
        </p:txBody>
      </p:sp>
      <p:sp>
        <p:nvSpPr>
          <p:cNvPr id="12291" name="Rectangle 3"/>
          <p:cNvSpPr>
            <a:spLocks noGrp="1" noChangeArrowheads="1"/>
          </p:cNvSpPr>
          <p:nvPr>
            <p:ph idx="1"/>
          </p:nvPr>
        </p:nvSpPr>
        <p:spPr>
          <a:xfrm>
            <a:off x="304800" y="914400"/>
            <a:ext cx="8534400" cy="5715000"/>
          </a:xfrm>
        </p:spPr>
        <p:txBody>
          <a:bodyPr/>
          <a:lstStyle/>
          <a:p>
            <a:pPr>
              <a:lnSpc>
                <a:spcPct val="70000"/>
              </a:lnSpc>
              <a:buFontTx/>
              <a:buNone/>
            </a:pPr>
            <a:r>
              <a:rPr lang="en-US" sz="2200">
                <a:latin typeface="Courier New" pitchFamily="49" charset="0"/>
              </a:rPr>
              <a:t>void clear() { //</a:t>
            </a:r>
            <a:r>
              <a:rPr lang="en-US" sz="2200" b="1">
                <a:latin typeface="Maiandra GD" pitchFamily="34" charset="0"/>
              </a:rPr>
              <a:t>Reinitialize the list</a:t>
            </a:r>
            <a:endParaRPr lang="en-US" sz="2200">
              <a:latin typeface="Maiandra GD" pitchFamily="34" charset="0"/>
            </a:endParaRPr>
          </a:p>
          <a:p>
            <a:pPr>
              <a:lnSpc>
                <a:spcPct val="70000"/>
              </a:lnSpc>
              <a:buFontTx/>
              <a:buNone/>
            </a:pPr>
            <a:r>
              <a:rPr lang="en-US" sz="2200">
                <a:latin typeface="Courier New" pitchFamily="49" charset="0"/>
              </a:rPr>
              <a:t>  delete [] listArray;</a:t>
            </a:r>
          </a:p>
          <a:p>
            <a:pPr>
              <a:lnSpc>
                <a:spcPct val="70000"/>
              </a:lnSpc>
              <a:buFontTx/>
              <a:buNone/>
            </a:pPr>
            <a:r>
              <a:rPr lang="en-US" sz="2200">
                <a:latin typeface="Courier New" pitchFamily="49" charset="0"/>
              </a:rPr>
              <a:t>  listSize = curr = 0;</a:t>
            </a:r>
          </a:p>
          <a:p>
            <a:pPr>
              <a:lnSpc>
                <a:spcPct val="70000"/>
              </a:lnSpc>
              <a:buFontTx/>
              <a:buNone/>
            </a:pPr>
            <a:r>
              <a:rPr lang="en-US" sz="2200">
                <a:latin typeface="Courier New" pitchFamily="49" charset="0"/>
              </a:rPr>
              <a:t>  listArray = new datatype[maxSize];</a:t>
            </a:r>
          </a:p>
          <a:p>
            <a:pPr>
              <a:lnSpc>
                <a:spcPct val="70000"/>
              </a:lnSpc>
              <a:buFontTx/>
              <a:buNone/>
            </a:pPr>
            <a:r>
              <a:rPr lang="en-US" sz="2200">
                <a:latin typeface="Courier New" pitchFamily="49" charset="0"/>
              </a:rPr>
              <a:t>}</a:t>
            </a:r>
          </a:p>
          <a:p>
            <a:pPr>
              <a:lnSpc>
                <a:spcPct val="70000"/>
              </a:lnSpc>
              <a:buFontTx/>
              <a:buNone/>
            </a:pPr>
            <a:r>
              <a:rPr lang="en-US" sz="2200">
                <a:latin typeface="Courier New" pitchFamily="49" charset="0"/>
              </a:rPr>
              <a:t>void setStart() { curr = 0; }</a:t>
            </a:r>
          </a:p>
          <a:p>
            <a:pPr>
              <a:lnSpc>
                <a:spcPct val="70000"/>
              </a:lnSpc>
              <a:buFontTx/>
              <a:buNone/>
            </a:pPr>
            <a:r>
              <a:rPr lang="en-US" sz="2200">
                <a:latin typeface="Courier New" pitchFamily="49" charset="0"/>
              </a:rPr>
              <a:t>void setEnd() { curr = listSize; }</a:t>
            </a:r>
          </a:p>
          <a:p>
            <a:pPr>
              <a:lnSpc>
                <a:spcPct val="70000"/>
              </a:lnSpc>
              <a:buFontTx/>
              <a:buNone/>
            </a:pPr>
            <a:r>
              <a:rPr lang="en-US" sz="2200">
                <a:latin typeface="Courier New" pitchFamily="49" charset="0"/>
              </a:rPr>
              <a:t>void prev()   { if (curr != 0) curr--; }</a:t>
            </a:r>
          </a:p>
          <a:p>
            <a:pPr>
              <a:lnSpc>
                <a:spcPct val="70000"/>
              </a:lnSpc>
              <a:buFontTx/>
              <a:buNone/>
            </a:pPr>
            <a:r>
              <a:rPr lang="en-US" sz="2200">
                <a:latin typeface="Courier New" pitchFamily="49" charset="0"/>
              </a:rPr>
              <a:t>void next()   { if (curr &lt;= listSize)</a:t>
            </a:r>
          </a:p>
          <a:p>
            <a:pPr>
              <a:lnSpc>
                <a:spcPct val="70000"/>
              </a:lnSpc>
              <a:buFontTx/>
              <a:buNone/>
            </a:pPr>
            <a:r>
              <a:rPr lang="en-US" sz="2200">
                <a:latin typeface="Courier New" pitchFamily="49" charset="0"/>
              </a:rPr>
              <a:t>                curr++; }</a:t>
            </a:r>
          </a:p>
          <a:p>
            <a:pPr>
              <a:lnSpc>
                <a:spcPct val="70000"/>
              </a:lnSpc>
              <a:buFontTx/>
              <a:buNone/>
            </a:pPr>
            <a:r>
              <a:rPr lang="en-US" sz="2200">
                <a:latin typeface="Courier New" pitchFamily="49" charset="0"/>
              </a:rPr>
              <a:t>int length() { return listSize; }</a:t>
            </a:r>
          </a:p>
          <a:p>
            <a:pPr>
              <a:lnSpc>
                <a:spcPct val="70000"/>
              </a:lnSpc>
              <a:buFontTx/>
              <a:buNone/>
            </a:pPr>
            <a:endParaRPr lang="en-US" sz="2200">
              <a:latin typeface="Courier New" pitchFamily="49" charset="0"/>
            </a:endParaRPr>
          </a:p>
          <a:p>
            <a:pPr>
              <a:lnSpc>
                <a:spcPct val="70000"/>
              </a:lnSpc>
              <a:buFontTx/>
              <a:buNone/>
            </a:pPr>
            <a:r>
              <a:rPr lang="en-US" sz="2200">
                <a:latin typeface="Courier New" pitchFamily="49" charset="0"/>
              </a:rPr>
              <a:t>bool setPos(int pos) {</a:t>
            </a:r>
          </a:p>
          <a:p>
            <a:pPr>
              <a:lnSpc>
                <a:spcPct val="70000"/>
              </a:lnSpc>
              <a:buFontTx/>
              <a:buNone/>
            </a:pPr>
            <a:r>
              <a:rPr lang="en-US" sz="2200">
                <a:latin typeface="Courier New" pitchFamily="49" charset="0"/>
              </a:rPr>
              <a:t>  if ((pos &gt;= 0) &amp;&amp; (pos &lt;= listSize))</a:t>
            </a:r>
          </a:p>
          <a:p>
            <a:pPr>
              <a:lnSpc>
                <a:spcPct val="70000"/>
              </a:lnSpc>
              <a:buFontTx/>
              <a:buNone/>
            </a:pPr>
            <a:r>
              <a:rPr lang="en-US" sz="2200">
                <a:latin typeface="Courier New" pitchFamily="49" charset="0"/>
              </a:rPr>
              <a:t>    curr = pos;</a:t>
            </a:r>
          </a:p>
          <a:p>
            <a:pPr>
              <a:lnSpc>
                <a:spcPct val="70000"/>
              </a:lnSpc>
              <a:buFontTx/>
              <a:buNone/>
            </a:pPr>
            <a:r>
              <a:rPr lang="en-US" sz="2200">
                <a:latin typeface="Courier New" pitchFamily="49" charset="0"/>
              </a:rPr>
              <a:t>  return (pos &gt;= 0) &amp;&amp; (pos &lt;= listSize);</a:t>
            </a:r>
          </a:p>
          <a:p>
            <a:pPr>
              <a:lnSpc>
                <a:spcPct val="70000"/>
              </a:lnSpc>
              <a:buFontTx/>
              <a:buNone/>
            </a:pPr>
            <a:r>
              <a:rPr lang="en-US" sz="2200">
                <a:latin typeface="Courier New" pitchFamily="49" charset="0"/>
              </a:rPr>
              <a:t>}</a:t>
            </a:r>
          </a:p>
          <a:p>
            <a:pPr>
              <a:lnSpc>
                <a:spcPct val="70000"/>
              </a:lnSpc>
              <a:buFontTx/>
              <a:buNone/>
            </a:pPr>
            <a:endParaRPr lang="en-US" sz="2200">
              <a:latin typeface="Courier New"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28600"/>
            <a:ext cx="8226425" cy="396875"/>
          </a:xfrm>
        </p:spPr>
        <p:txBody>
          <a:bodyPr/>
          <a:lstStyle/>
          <a:p>
            <a:r>
              <a:rPr lang="en-US" sz="3600" b="1">
                <a:latin typeface="Maiandra GD" pitchFamily="34" charset="0"/>
              </a:rPr>
              <a:t>Array-Based List Class (3)</a:t>
            </a:r>
          </a:p>
        </p:txBody>
      </p:sp>
      <p:sp>
        <p:nvSpPr>
          <p:cNvPr id="13315" name="Rectangle 3"/>
          <p:cNvSpPr>
            <a:spLocks noGrp="1" noChangeArrowheads="1"/>
          </p:cNvSpPr>
          <p:nvPr>
            <p:ph idx="1"/>
          </p:nvPr>
        </p:nvSpPr>
        <p:spPr>
          <a:xfrm>
            <a:off x="228600" y="762000"/>
            <a:ext cx="8686800" cy="5486400"/>
          </a:xfrm>
        </p:spPr>
        <p:txBody>
          <a:bodyPr/>
          <a:lstStyle/>
          <a:p>
            <a:pPr>
              <a:lnSpc>
                <a:spcPct val="70000"/>
              </a:lnSpc>
              <a:buFontTx/>
              <a:buNone/>
            </a:pPr>
            <a:r>
              <a:rPr lang="en-US" sz="2400" b="1">
                <a:latin typeface="Courier New" pitchFamily="49" charset="0"/>
              </a:rPr>
              <a:t>//get current value</a:t>
            </a:r>
          </a:p>
          <a:p>
            <a:pPr>
              <a:lnSpc>
                <a:spcPct val="70000"/>
              </a:lnSpc>
              <a:buFontTx/>
              <a:buNone/>
            </a:pPr>
            <a:r>
              <a:rPr lang="en-US" sz="2200">
                <a:latin typeface="Courier New" pitchFamily="49" charset="0"/>
              </a:rPr>
              <a:t>bool getValue(){</a:t>
            </a:r>
          </a:p>
          <a:p>
            <a:pPr>
              <a:lnSpc>
                <a:spcPct val="70000"/>
              </a:lnSpc>
              <a:buFontTx/>
              <a:buNone/>
            </a:pPr>
            <a:r>
              <a:rPr lang="en-US" sz="2200">
                <a:latin typeface="Courier New" pitchFamily="49" charset="0"/>
              </a:rPr>
              <a:t>  if (listSize == 0)return false;</a:t>
            </a:r>
          </a:p>
          <a:p>
            <a:pPr>
              <a:lnSpc>
                <a:spcPct val="70000"/>
              </a:lnSpc>
              <a:buFontTx/>
              <a:buNone/>
            </a:pPr>
            <a:r>
              <a:rPr lang="en-US" sz="2200">
                <a:latin typeface="Courier New" pitchFamily="49" charset="0"/>
              </a:rPr>
              <a:t>  else{  </a:t>
            </a:r>
          </a:p>
          <a:p>
            <a:pPr>
              <a:lnSpc>
                <a:spcPct val="70000"/>
              </a:lnSpc>
              <a:buFontTx/>
              <a:buNone/>
            </a:pPr>
            <a:r>
              <a:rPr lang="en-US" sz="2200">
                <a:latin typeface="Courier New" pitchFamily="49" charset="0"/>
              </a:rPr>
              <a:t>    it = listArray[curr];</a:t>
            </a:r>
          </a:p>
          <a:p>
            <a:pPr>
              <a:lnSpc>
                <a:spcPct val="70000"/>
              </a:lnSpc>
              <a:buFontTx/>
              <a:buNone/>
            </a:pPr>
            <a:r>
              <a:rPr lang="en-US" sz="2200">
                <a:latin typeface="Courier New" pitchFamily="49" charset="0"/>
              </a:rPr>
              <a:t>    return true;}</a:t>
            </a:r>
          </a:p>
          <a:p>
            <a:pPr>
              <a:lnSpc>
                <a:spcPct val="70000"/>
              </a:lnSpc>
              <a:buFontTx/>
              <a:buNone/>
            </a:pPr>
            <a:r>
              <a:rPr lang="en-US" sz="2200">
                <a:latin typeface="Courier New" pitchFamily="49" charset="0"/>
              </a:rPr>
              <a:t>  }</a:t>
            </a:r>
          </a:p>
          <a:p>
            <a:pPr>
              <a:lnSpc>
                <a:spcPct val="70000"/>
              </a:lnSpc>
              <a:buFontTx/>
              <a:buNone/>
            </a:pPr>
            <a:r>
              <a:rPr lang="en-US" sz="2200" b="1">
                <a:latin typeface="Courier New" pitchFamily="49" charset="0"/>
              </a:rPr>
              <a:t>// Insert at current position</a:t>
            </a:r>
          </a:p>
          <a:p>
            <a:pPr>
              <a:lnSpc>
                <a:spcPct val="70000"/>
              </a:lnSpc>
              <a:buFontTx/>
              <a:buNone/>
            </a:pPr>
            <a:r>
              <a:rPr lang="en-US" sz="2200">
                <a:latin typeface="Courier New" pitchFamily="49" charset="0"/>
              </a:rPr>
              <a:t>bool insert(datatype item) {</a:t>
            </a:r>
          </a:p>
          <a:p>
            <a:pPr>
              <a:lnSpc>
                <a:spcPct val="70000"/>
              </a:lnSpc>
              <a:buFontTx/>
              <a:buNone/>
            </a:pPr>
            <a:r>
              <a:rPr lang="en-US" sz="2200">
                <a:latin typeface="Courier New" pitchFamily="49" charset="0"/>
              </a:rPr>
              <a:t>  if (listSize == maxSize) return false; </a:t>
            </a:r>
          </a:p>
          <a:p>
            <a:pPr>
              <a:lnSpc>
                <a:spcPct val="70000"/>
              </a:lnSpc>
              <a:buFontTx/>
              <a:buNone/>
            </a:pPr>
            <a:r>
              <a:rPr lang="en-US" sz="2200">
                <a:latin typeface="Courier New" pitchFamily="49" charset="0"/>
              </a:rPr>
              <a:t>  for(int i=listSize; i&gt;curr; i--)</a:t>
            </a:r>
          </a:p>
          <a:p>
            <a:pPr>
              <a:lnSpc>
                <a:spcPct val="70000"/>
              </a:lnSpc>
              <a:buFont typeface="Arial" pitchFamily="34" charset="0"/>
              <a:buNone/>
            </a:pPr>
            <a:r>
              <a:rPr lang="en-US" sz="2200">
                <a:latin typeface="Courier New" pitchFamily="49" charset="0"/>
              </a:rPr>
              <a:t>    </a:t>
            </a:r>
            <a:r>
              <a:rPr lang="en-US" sz="2200" b="1">
                <a:latin typeface="Courier New" pitchFamily="49" charset="0"/>
              </a:rPr>
              <a:t>// Shift Elems up to make room</a:t>
            </a:r>
          </a:p>
          <a:p>
            <a:pPr>
              <a:lnSpc>
                <a:spcPct val="70000"/>
              </a:lnSpc>
              <a:buFontTx/>
              <a:buNone/>
            </a:pPr>
            <a:r>
              <a:rPr lang="en-US" sz="2200">
                <a:latin typeface="Courier New" pitchFamily="49" charset="0"/>
              </a:rPr>
              <a:t>    listArray[i] = listArray[i-1]; </a:t>
            </a:r>
          </a:p>
          <a:p>
            <a:pPr>
              <a:lnSpc>
                <a:spcPct val="70000"/>
              </a:lnSpc>
              <a:buFontTx/>
              <a:buNone/>
            </a:pPr>
            <a:endParaRPr lang="en-US" sz="2200">
              <a:latin typeface="Courier New" pitchFamily="49" charset="0"/>
            </a:endParaRPr>
          </a:p>
          <a:p>
            <a:pPr>
              <a:lnSpc>
                <a:spcPct val="70000"/>
              </a:lnSpc>
              <a:buFontTx/>
              <a:buNone/>
            </a:pPr>
            <a:r>
              <a:rPr lang="en-US" sz="2200">
                <a:latin typeface="Courier New" pitchFamily="49" charset="0"/>
              </a:rPr>
              <a:t>  listArray[curr] = item;</a:t>
            </a:r>
          </a:p>
          <a:p>
            <a:pPr>
              <a:lnSpc>
                <a:spcPct val="70000"/>
              </a:lnSpc>
              <a:buFontTx/>
              <a:buNone/>
            </a:pPr>
            <a:r>
              <a:rPr lang="en-US" sz="2200">
                <a:latin typeface="Courier New" pitchFamily="49" charset="0"/>
              </a:rPr>
              <a:t>  listSize++; // Increment list size</a:t>
            </a:r>
          </a:p>
          <a:p>
            <a:pPr>
              <a:lnSpc>
                <a:spcPct val="70000"/>
              </a:lnSpc>
              <a:buFontTx/>
              <a:buNone/>
            </a:pPr>
            <a:r>
              <a:rPr lang="en-US" sz="2200">
                <a:latin typeface="Courier New" pitchFamily="49" charset="0"/>
              </a:rPr>
              <a:t>  return true;</a:t>
            </a:r>
          </a:p>
          <a:p>
            <a:pPr>
              <a:lnSpc>
                <a:spcPct val="70000"/>
              </a:lnSpc>
              <a:buFontTx/>
              <a:buNone/>
            </a:pPr>
            <a:r>
              <a:rPr lang="en-US" sz="2200">
                <a:latin typeface="Courier New" pitchFamily="49" charset="0"/>
              </a:rPr>
              <a:t>}</a:t>
            </a:r>
          </a:p>
          <a:p>
            <a:pPr>
              <a:lnSpc>
                <a:spcPct val="70000"/>
              </a:lnSpc>
              <a:buFontTx/>
              <a:buNone/>
            </a:pPr>
            <a:endParaRPr lang="en-US" sz="2400">
              <a:latin typeface="Courier New" pitchFamily="49" charset="0"/>
            </a:endParaRPr>
          </a:p>
          <a:p>
            <a:pPr>
              <a:lnSpc>
                <a:spcPct val="70000"/>
              </a:lnSpc>
              <a:buFontTx/>
              <a:buNone/>
            </a:pPr>
            <a:endParaRPr lang="en-US" sz="2400">
              <a:latin typeface="Courier New"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idx="1"/>
          </p:nvPr>
        </p:nvSpPr>
        <p:spPr>
          <a:xfrm>
            <a:off x="304800" y="762000"/>
            <a:ext cx="8610600" cy="5715000"/>
          </a:xfrm>
        </p:spPr>
        <p:txBody>
          <a:bodyPr/>
          <a:lstStyle/>
          <a:p>
            <a:pPr>
              <a:lnSpc>
                <a:spcPct val="60000"/>
              </a:lnSpc>
              <a:buFontTx/>
              <a:buNone/>
            </a:pPr>
            <a:endParaRPr lang="en-US" sz="2400">
              <a:latin typeface="Courier New" pitchFamily="49" charset="0"/>
            </a:endParaRPr>
          </a:p>
          <a:p>
            <a:pPr>
              <a:lnSpc>
                <a:spcPct val="60000"/>
              </a:lnSpc>
              <a:buFontTx/>
              <a:buNone/>
            </a:pPr>
            <a:r>
              <a:rPr lang="en-US" sz="2200" b="1">
                <a:latin typeface="Courier New" pitchFamily="49" charset="0"/>
              </a:rPr>
              <a:t>// Append element to end of the list</a:t>
            </a:r>
          </a:p>
          <a:p>
            <a:pPr>
              <a:lnSpc>
                <a:spcPct val="60000"/>
              </a:lnSpc>
              <a:buFontTx/>
              <a:buNone/>
            </a:pPr>
            <a:r>
              <a:rPr lang="en-US" sz="2200">
                <a:latin typeface="Courier New" pitchFamily="49" charset="0"/>
              </a:rPr>
              <a:t>bool append(datatype item) {</a:t>
            </a:r>
          </a:p>
          <a:p>
            <a:pPr>
              <a:lnSpc>
                <a:spcPct val="60000"/>
              </a:lnSpc>
              <a:buFontTx/>
              <a:buNone/>
            </a:pPr>
            <a:r>
              <a:rPr lang="en-US" sz="2200">
                <a:latin typeface="Courier New" pitchFamily="49" charset="0"/>
              </a:rPr>
              <a:t>  if (listSize == maxSize) return false;</a:t>
            </a:r>
          </a:p>
          <a:p>
            <a:pPr>
              <a:lnSpc>
                <a:spcPct val="60000"/>
              </a:lnSpc>
              <a:buFontTx/>
              <a:buNone/>
            </a:pPr>
            <a:r>
              <a:rPr lang="en-US" sz="2200">
                <a:latin typeface="Courier New" pitchFamily="49" charset="0"/>
              </a:rPr>
              <a:t>  listArray[listSize++] = item;</a:t>
            </a:r>
          </a:p>
          <a:p>
            <a:pPr>
              <a:lnSpc>
                <a:spcPct val="60000"/>
              </a:lnSpc>
              <a:buFontTx/>
              <a:buNone/>
            </a:pPr>
            <a:r>
              <a:rPr lang="en-US" sz="2200">
                <a:latin typeface="Courier New" pitchFamily="49" charset="0"/>
              </a:rPr>
              <a:t>  return true;</a:t>
            </a:r>
          </a:p>
          <a:p>
            <a:pPr>
              <a:lnSpc>
                <a:spcPct val="60000"/>
              </a:lnSpc>
              <a:buFontTx/>
              <a:buNone/>
            </a:pPr>
            <a:r>
              <a:rPr lang="en-US" sz="2200">
                <a:latin typeface="Courier New" pitchFamily="49" charset="0"/>
              </a:rPr>
              <a:t>}</a:t>
            </a:r>
          </a:p>
          <a:p>
            <a:pPr>
              <a:lnSpc>
                <a:spcPct val="70000"/>
              </a:lnSpc>
              <a:buFontTx/>
              <a:buNone/>
            </a:pPr>
            <a:r>
              <a:rPr lang="en-US" sz="2200" b="1">
                <a:latin typeface="Courier New" pitchFamily="49" charset="0"/>
              </a:rPr>
              <a:t>// Remove and return curr element</a:t>
            </a:r>
          </a:p>
          <a:p>
            <a:pPr>
              <a:lnSpc>
                <a:spcPct val="70000"/>
              </a:lnSpc>
              <a:buFontTx/>
              <a:buNone/>
            </a:pPr>
            <a:r>
              <a:rPr lang="en-US" sz="2200">
                <a:latin typeface="Courier New" pitchFamily="49" charset="0"/>
              </a:rPr>
              <a:t>bool remove() {</a:t>
            </a:r>
          </a:p>
          <a:p>
            <a:pPr>
              <a:lnSpc>
                <a:spcPct val="70000"/>
              </a:lnSpc>
              <a:buFontTx/>
              <a:buNone/>
            </a:pPr>
            <a:r>
              <a:rPr lang="en-US" sz="2200">
                <a:latin typeface="Courier New" pitchFamily="49" charset="0"/>
              </a:rPr>
              <a:t>  if (length() == 0) return false;</a:t>
            </a:r>
          </a:p>
          <a:p>
            <a:pPr>
              <a:lnSpc>
                <a:spcPct val="70000"/>
              </a:lnSpc>
              <a:buFontTx/>
              <a:buNone/>
            </a:pPr>
            <a:r>
              <a:rPr lang="en-US" sz="2200">
                <a:latin typeface="Courier New" pitchFamily="49" charset="0"/>
              </a:rPr>
              <a:t>  it = listArray[curr]; // Copy element</a:t>
            </a:r>
          </a:p>
          <a:p>
            <a:pPr>
              <a:lnSpc>
                <a:spcPct val="70000"/>
              </a:lnSpc>
              <a:buFontTx/>
              <a:buNone/>
            </a:pPr>
            <a:r>
              <a:rPr lang="en-US" sz="2200">
                <a:latin typeface="Courier New" pitchFamily="49" charset="0"/>
              </a:rPr>
              <a:t>  for(int i=curr; i&lt;listSize-1; i++)</a:t>
            </a:r>
          </a:p>
          <a:p>
            <a:pPr>
              <a:lnSpc>
                <a:spcPct val="70000"/>
              </a:lnSpc>
              <a:buFontTx/>
              <a:buNone/>
            </a:pPr>
            <a:r>
              <a:rPr lang="en-US" sz="2200">
                <a:latin typeface="Courier New" pitchFamily="49" charset="0"/>
              </a:rPr>
              <a:t>    </a:t>
            </a:r>
            <a:r>
              <a:rPr lang="en-US" sz="2200" b="1">
                <a:latin typeface="Courier New" pitchFamily="49" charset="0"/>
              </a:rPr>
              <a:t>// Shift them down</a:t>
            </a:r>
          </a:p>
          <a:p>
            <a:pPr>
              <a:lnSpc>
                <a:spcPct val="70000"/>
              </a:lnSpc>
              <a:buFontTx/>
              <a:buNone/>
            </a:pPr>
            <a:r>
              <a:rPr lang="en-US" sz="2200">
                <a:latin typeface="Courier New" pitchFamily="49" charset="0"/>
              </a:rPr>
              <a:t>    listArray[i] = listArray[i+1];</a:t>
            </a:r>
          </a:p>
          <a:p>
            <a:pPr>
              <a:lnSpc>
                <a:spcPct val="70000"/>
              </a:lnSpc>
              <a:buFontTx/>
              <a:buNone/>
            </a:pPr>
            <a:r>
              <a:rPr lang="en-US" sz="2200">
                <a:latin typeface="Courier New" pitchFamily="49" charset="0"/>
              </a:rPr>
              <a:t>  listSize--;    // Decrement size</a:t>
            </a:r>
          </a:p>
          <a:p>
            <a:pPr>
              <a:lnSpc>
                <a:spcPct val="70000"/>
              </a:lnSpc>
              <a:buFontTx/>
              <a:buNone/>
            </a:pPr>
            <a:r>
              <a:rPr lang="en-US" sz="2200">
                <a:latin typeface="Courier New" pitchFamily="49" charset="0"/>
              </a:rPr>
              <a:t>  return true;</a:t>
            </a:r>
          </a:p>
          <a:p>
            <a:pPr>
              <a:lnSpc>
                <a:spcPct val="70000"/>
              </a:lnSpc>
              <a:buFontTx/>
              <a:buNone/>
            </a:pPr>
            <a:r>
              <a:rPr lang="en-US" sz="2200">
                <a:latin typeface="Courier New" pitchFamily="49" charset="0"/>
              </a:rPr>
              <a:t> }</a:t>
            </a:r>
          </a:p>
          <a:p>
            <a:pPr>
              <a:lnSpc>
                <a:spcPct val="70000"/>
              </a:lnSpc>
              <a:buFontTx/>
              <a:buNone/>
            </a:pPr>
            <a:r>
              <a:rPr lang="en-US" sz="2200">
                <a:latin typeface="Courier New" pitchFamily="49" charset="0"/>
              </a:rPr>
              <a:t>…………</a:t>
            </a:r>
          </a:p>
          <a:p>
            <a:pPr>
              <a:lnSpc>
                <a:spcPct val="90000"/>
              </a:lnSpc>
              <a:buFontTx/>
              <a:buNone/>
            </a:pPr>
            <a:r>
              <a:rPr lang="en-US" sz="2200">
                <a:latin typeface="Courier New" pitchFamily="49" charset="0"/>
              </a:rPr>
              <a:t>}</a:t>
            </a:r>
          </a:p>
        </p:txBody>
      </p:sp>
      <p:sp>
        <p:nvSpPr>
          <p:cNvPr id="14339" name="Rectangle 2"/>
          <p:cNvSpPr>
            <a:spLocks noGrp="1" noChangeArrowheads="1"/>
          </p:cNvSpPr>
          <p:nvPr>
            <p:ph type="title"/>
          </p:nvPr>
        </p:nvSpPr>
        <p:spPr>
          <a:xfrm>
            <a:off x="457200" y="228600"/>
            <a:ext cx="8226425" cy="396875"/>
          </a:xfrm>
        </p:spPr>
        <p:txBody>
          <a:bodyPr/>
          <a:lstStyle/>
          <a:p>
            <a:r>
              <a:rPr lang="en-US" sz="3600" b="1">
                <a:latin typeface="Maiandra GD" pitchFamily="34" charset="0"/>
              </a:rPr>
              <a:t>Array-Based List Class (4)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76200"/>
            <a:ext cx="8229600" cy="914400"/>
          </a:xfrm>
        </p:spPr>
        <p:txBody>
          <a:bodyPr/>
          <a:lstStyle/>
          <a:p>
            <a:pPr eaLnBrk="1" hangingPunct="1"/>
            <a:r>
              <a:rPr lang="en-US" sz="4000" b="1">
                <a:latin typeface="Maiandra GD" pitchFamily="34" charset="0"/>
              </a:rPr>
              <a:t>Revision to Structure</a:t>
            </a:r>
          </a:p>
        </p:txBody>
      </p:sp>
      <p:sp>
        <p:nvSpPr>
          <p:cNvPr id="15363" name="Rectangle 3"/>
          <p:cNvSpPr>
            <a:spLocks noGrp="1" noChangeArrowheads="1"/>
          </p:cNvSpPr>
          <p:nvPr>
            <p:ph idx="1"/>
          </p:nvPr>
        </p:nvSpPr>
        <p:spPr>
          <a:xfrm>
            <a:off x="228600" y="914400"/>
            <a:ext cx="8686800" cy="5638800"/>
          </a:xfrm>
        </p:spPr>
        <p:txBody>
          <a:bodyPr/>
          <a:lstStyle/>
          <a:p>
            <a:pPr eaLnBrk="1" hangingPunct="1">
              <a:lnSpc>
                <a:spcPct val="90000"/>
              </a:lnSpc>
            </a:pPr>
            <a:r>
              <a:rPr lang="en-US" sz="2800">
                <a:latin typeface="Maiandra GD" pitchFamily="34" charset="0"/>
              </a:rPr>
              <a:t>Is a collection of data items and the data items can be of different data type.</a:t>
            </a:r>
          </a:p>
          <a:p>
            <a:pPr eaLnBrk="1" hangingPunct="1">
              <a:lnSpc>
                <a:spcPct val="90000"/>
              </a:lnSpc>
            </a:pPr>
            <a:r>
              <a:rPr lang="en-US" sz="2800">
                <a:latin typeface="Maiandra GD" pitchFamily="34" charset="0"/>
              </a:rPr>
              <a:t>The data item of structure is called </a:t>
            </a:r>
            <a:r>
              <a:rPr lang="en-US" sz="2800" b="1">
                <a:solidFill>
                  <a:srgbClr val="FF0000"/>
                </a:solidFill>
                <a:latin typeface="Maiandra GD" pitchFamily="34" charset="0"/>
              </a:rPr>
              <a:t>member of the structure</a:t>
            </a:r>
            <a:r>
              <a:rPr lang="en-US" sz="2800">
                <a:solidFill>
                  <a:srgbClr val="FF0000"/>
                </a:solidFill>
                <a:latin typeface="Maiandra GD" pitchFamily="34" charset="0"/>
              </a:rPr>
              <a:t>.</a:t>
            </a:r>
          </a:p>
          <a:p>
            <a:pPr algn="ctr" eaLnBrk="1" hangingPunct="1">
              <a:lnSpc>
                <a:spcPct val="90000"/>
              </a:lnSpc>
              <a:buFontTx/>
              <a:buNone/>
            </a:pPr>
            <a:r>
              <a:rPr lang="en-US" sz="2800" b="1" u="sng">
                <a:latin typeface="Maiandra GD" pitchFamily="34" charset="0"/>
              </a:rPr>
              <a:t>Declaration of structure</a:t>
            </a:r>
          </a:p>
          <a:p>
            <a:pPr eaLnBrk="1" hangingPunct="1">
              <a:lnSpc>
                <a:spcPct val="90000"/>
              </a:lnSpc>
            </a:pPr>
            <a:r>
              <a:rPr lang="en-US" sz="2800">
                <a:latin typeface="Maiandra GD" pitchFamily="34" charset="0"/>
              </a:rPr>
              <a:t>Structure is defined using the </a:t>
            </a:r>
            <a:r>
              <a:rPr lang="en-US" sz="2800" b="1">
                <a:solidFill>
                  <a:srgbClr val="FF0000"/>
                </a:solidFill>
                <a:latin typeface="Maiandra GD" pitchFamily="34" charset="0"/>
              </a:rPr>
              <a:t>struct</a:t>
            </a:r>
            <a:r>
              <a:rPr lang="en-US" sz="2800">
                <a:latin typeface="Maiandra GD" pitchFamily="34" charset="0"/>
              </a:rPr>
              <a:t> keyword. </a:t>
            </a:r>
          </a:p>
          <a:p>
            <a:pPr eaLnBrk="1" hangingPunct="1">
              <a:lnSpc>
                <a:spcPct val="90000"/>
              </a:lnSpc>
              <a:buFont typeface="Arial" pitchFamily="34" charset="0"/>
              <a:buNone/>
            </a:pPr>
            <a:r>
              <a:rPr lang="en-US" sz="2800" b="1">
                <a:latin typeface="Maiandra GD" pitchFamily="34" charset="0"/>
              </a:rPr>
              <a:t>         struct name {</a:t>
            </a:r>
          </a:p>
          <a:p>
            <a:pPr lvl="4" eaLnBrk="1" hangingPunct="1">
              <a:spcBef>
                <a:spcPct val="0"/>
              </a:spcBef>
              <a:buFontTx/>
              <a:buNone/>
            </a:pPr>
            <a:r>
              <a:rPr lang="en-US" sz="2800" b="1">
                <a:latin typeface="Maiandra GD" pitchFamily="34" charset="0"/>
              </a:rPr>
              <a:t>              data type1 member 1;</a:t>
            </a:r>
          </a:p>
          <a:p>
            <a:pPr lvl="4" eaLnBrk="1" hangingPunct="1">
              <a:spcBef>
                <a:spcPct val="0"/>
              </a:spcBef>
              <a:buFontTx/>
              <a:buNone/>
            </a:pPr>
            <a:r>
              <a:rPr lang="en-US" sz="2800" b="1">
                <a:latin typeface="Maiandra GD" pitchFamily="34" charset="0"/>
              </a:rPr>
              <a:t>              data type2 member 2</a:t>
            </a:r>
          </a:p>
          <a:p>
            <a:pPr lvl="4" eaLnBrk="1" hangingPunct="1">
              <a:spcBef>
                <a:spcPct val="0"/>
              </a:spcBef>
              <a:buFontTx/>
              <a:buNone/>
            </a:pPr>
            <a:r>
              <a:rPr lang="en-US" sz="2800" b="1">
                <a:latin typeface="Maiandra GD" pitchFamily="34" charset="0"/>
              </a:rPr>
              <a:t>                 .</a:t>
            </a:r>
          </a:p>
          <a:p>
            <a:pPr lvl="4" eaLnBrk="1" hangingPunct="1">
              <a:spcBef>
                <a:spcPct val="0"/>
              </a:spcBef>
              <a:buFontTx/>
              <a:buNone/>
            </a:pPr>
            <a:r>
              <a:rPr lang="en-US" sz="2800" b="1">
                <a:latin typeface="Maiandra GD" pitchFamily="34" charset="0"/>
              </a:rPr>
              <a:t>                 .</a:t>
            </a:r>
          </a:p>
          <a:p>
            <a:pPr lvl="4" eaLnBrk="1" hangingPunct="1">
              <a:spcBef>
                <a:spcPct val="0"/>
              </a:spcBef>
              <a:buFontTx/>
              <a:buNone/>
            </a:pPr>
            <a:r>
              <a:rPr lang="en-US" sz="2800" b="1">
                <a:latin typeface="Maiandra GD" pitchFamily="34" charset="0"/>
              </a:rPr>
              <a:t>              data type n member n; </a:t>
            </a:r>
          </a:p>
          <a:p>
            <a:pPr lvl="4" eaLnBrk="1" hangingPunct="1">
              <a:spcBef>
                <a:spcPct val="0"/>
              </a:spcBef>
              <a:buFontTx/>
              <a:buNone/>
            </a:pPr>
            <a:r>
              <a:rPr lang="en-US" sz="2800" b="1">
                <a:latin typeface="Maiandra GD" pitchFamily="34" charset="0"/>
              </a:rPr>
              <a:t>          };</a:t>
            </a:r>
          </a:p>
        </p:txBody>
      </p:sp>
      <p:sp>
        <p:nvSpPr>
          <p:cNvPr id="4" name="Slide Number Placeholder 5"/>
          <p:cNvSpPr>
            <a:spLocks noGrp="1"/>
          </p:cNvSpPr>
          <p:nvPr>
            <p:ph type="sldNum" sz="quarter" idx="12"/>
          </p:nvPr>
        </p:nvSpPr>
        <p:spPr/>
        <p:txBody>
          <a:bodyPr/>
          <a:lstStyle/>
          <a:p>
            <a:pPr>
              <a:defRPr/>
            </a:pPr>
            <a:fld id="{0723BB87-49A0-4C84-A1C5-484AD52D86D0}" type="slidenum">
              <a:rPr lang="en-US"/>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idx="1"/>
          </p:nvPr>
        </p:nvSpPr>
        <p:spPr>
          <a:xfrm>
            <a:off x="304800" y="381000"/>
            <a:ext cx="8610600" cy="5745163"/>
          </a:xfrm>
        </p:spPr>
        <p:txBody>
          <a:bodyPr/>
          <a:lstStyle/>
          <a:p>
            <a:pPr eaLnBrk="1" hangingPunct="1">
              <a:buFontTx/>
              <a:buNone/>
            </a:pPr>
            <a:r>
              <a:rPr lang="en-US" sz="2800" b="1" u="sng">
                <a:latin typeface="Maiandra GD" pitchFamily="34" charset="0"/>
              </a:rPr>
              <a:t>Example</a:t>
            </a:r>
            <a:r>
              <a:rPr lang="en-US" sz="2800" b="1">
                <a:latin typeface="Maiandra GD" pitchFamily="34" charset="0"/>
              </a:rPr>
              <a:t> :</a:t>
            </a:r>
            <a:r>
              <a:rPr lang="en-US" sz="2800">
                <a:latin typeface="Maiandra GD" pitchFamily="34" charset="0"/>
              </a:rPr>
              <a:t> </a:t>
            </a:r>
          </a:p>
          <a:p>
            <a:pPr eaLnBrk="1" hangingPunct="1">
              <a:buFontTx/>
              <a:buNone/>
            </a:pPr>
            <a:r>
              <a:rPr lang="en-US" sz="2800">
                <a:latin typeface="Maiandra GD" pitchFamily="34" charset="0"/>
              </a:rPr>
              <a:t>    </a:t>
            </a:r>
            <a:r>
              <a:rPr lang="en-US" sz="2800" b="1">
                <a:latin typeface="Maiandra GD" pitchFamily="34" charset="0"/>
              </a:rPr>
              <a:t>struct student {</a:t>
            </a:r>
          </a:p>
          <a:p>
            <a:pPr eaLnBrk="1" hangingPunct="1">
              <a:buFontTx/>
              <a:buNone/>
            </a:pPr>
            <a:r>
              <a:rPr lang="en-US" sz="2800" b="1">
                <a:latin typeface="Maiandra GD" pitchFamily="34" charset="0"/>
              </a:rPr>
              <a:t>                            char name[20];</a:t>
            </a:r>
          </a:p>
          <a:p>
            <a:pPr eaLnBrk="1" hangingPunct="1">
              <a:buFontTx/>
              <a:buNone/>
            </a:pPr>
            <a:r>
              <a:rPr lang="en-US" sz="2800" b="1">
                <a:latin typeface="Maiandra GD" pitchFamily="34" charset="0"/>
              </a:rPr>
              <a:t>                            int age;</a:t>
            </a:r>
          </a:p>
          <a:p>
            <a:pPr eaLnBrk="1" hangingPunct="1">
              <a:buFontTx/>
              <a:buNone/>
            </a:pPr>
            <a:r>
              <a:rPr lang="en-US" sz="2800" b="1">
                <a:latin typeface="Maiandra GD" pitchFamily="34" charset="0"/>
              </a:rPr>
              <a:t>                            char Dept[20];</a:t>
            </a:r>
          </a:p>
          <a:p>
            <a:pPr eaLnBrk="1" hangingPunct="1">
              <a:buFontTx/>
              <a:buNone/>
            </a:pPr>
            <a:r>
              <a:rPr lang="en-US" sz="2800" b="1">
                <a:latin typeface="Maiandra GD" pitchFamily="34" charset="0"/>
              </a:rPr>
              <a:t>                         }; </a:t>
            </a:r>
          </a:p>
          <a:p>
            <a:pPr eaLnBrk="1" hangingPunct="1">
              <a:buFontTx/>
              <a:buNone/>
            </a:pPr>
            <a:endParaRPr lang="en-US" sz="1800" b="1">
              <a:latin typeface="Maiandra GD" pitchFamily="34" charset="0"/>
            </a:endParaRPr>
          </a:p>
          <a:p>
            <a:pPr eaLnBrk="1" hangingPunct="1"/>
            <a:r>
              <a:rPr lang="en-US" sz="2800">
                <a:latin typeface="Maiandra GD" pitchFamily="34" charset="0"/>
              </a:rPr>
              <a:t>The</a:t>
            </a:r>
            <a:r>
              <a:rPr lang="en-US" sz="2800" b="1">
                <a:latin typeface="Maiandra GD" pitchFamily="34" charset="0"/>
              </a:rPr>
              <a:t> </a:t>
            </a:r>
            <a:r>
              <a:rPr lang="en-US" sz="2800" b="1">
                <a:solidFill>
                  <a:srgbClr val="FF0000"/>
                </a:solidFill>
                <a:latin typeface="Maiandra GD" pitchFamily="34" charset="0"/>
              </a:rPr>
              <a:t>struct</a:t>
            </a:r>
            <a:r>
              <a:rPr lang="en-US" sz="2800" b="1">
                <a:latin typeface="Maiandra GD" pitchFamily="34" charset="0"/>
              </a:rPr>
              <a:t> </a:t>
            </a:r>
            <a:r>
              <a:rPr lang="en-US" sz="2800">
                <a:latin typeface="Maiandra GD" pitchFamily="34" charset="0"/>
              </a:rPr>
              <a:t>keyword creates a new </a:t>
            </a:r>
            <a:r>
              <a:rPr lang="en-US" sz="2800" b="1">
                <a:solidFill>
                  <a:srgbClr val="FF0000"/>
                </a:solidFill>
                <a:latin typeface="Maiandra GD" pitchFamily="34" charset="0"/>
              </a:rPr>
              <a:t>user defined data type</a:t>
            </a:r>
            <a:r>
              <a:rPr lang="en-US" sz="2800">
                <a:latin typeface="Maiandra GD" pitchFamily="34" charset="0"/>
              </a:rPr>
              <a:t> that is used to declare variable of an aggregated data type.</a:t>
            </a:r>
            <a:endParaRPr lang="en-US" sz="2800" b="1">
              <a:latin typeface="Maiandra GD" pitchFamily="34" charset="0"/>
            </a:endParaRPr>
          </a:p>
        </p:txBody>
      </p:sp>
      <p:sp>
        <p:nvSpPr>
          <p:cNvPr id="4" name="Slide Number Placeholder 5"/>
          <p:cNvSpPr>
            <a:spLocks noGrp="1"/>
          </p:cNvSpPr>
          <p:nvPr>
            <p:ph type="sldNum" sz="quarter" idx="12"/>
          </p:nvPr>
        </p:nvSpPr>
        <p:spPr/>
        <p:txBody>
          <a:bodyPr/>
          <a:lstStyle/>
          <a:p>
            <a:pPr>
              <a:defRPr/>
            </a:pPr>
            <a:fld id="{1106BB8D-D34D-47B3-B982-43E8B5DF09D2}" type="slidenum">
              <a:rPr lang="en-US"/>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228600" y="228600"/>
            <a:ext cx="8763000" cy="6324600"/>
          </a:xfrm>
        </p:spPr>
        <p:txBody>
          <a:bodyPr rtlCol="0">
            <a:normAutofit/>
          </a:bodyPr>
          <a:lstStyle/>
          <a:p>
            <a:pPr marL="0" eaLnBrk="1" fontAlgn="auto" hangingPunct="1">
              <a:lnSpc>
                <a:spcPct val="110000"/>
              </a:lnSpc>
              <a:spcBef>
                <a:spcPts val="0"/>
              </a:spcBef>
              <a:spcAft>
                <a:spcPts val="0"/>
              </a:spcAft>
              <a:buFontTx/>
              <a:buNone/>
              <a:defRPr/>
            </a:pPr>
            <a:r>
              <a:rPr lang="en-US" sz="3000" b="1" dirty="0">
                <a:latin typeface="Maiandra GD" pitchFamily="34" charset="0"/>
              </a:rPr>
              <a:t>Accessing Members of Structure Variables</a:t>
            </a:r>
          </a:p>
          <a:p>
            <a:pPr marL="0" eaLnBrk="1" fontAlgn="auto" hangingPunct="1">
              <a:lnSpc>
                <a:spcPct val="110000"/>
              </a:lnSpc>
              <a:spcBef>
                <a:spcPts val="0"/>
              </a:spcBef>
              <a:spcAft>
                <a:spcPts val="0"/>
              </a:spcAft>
              <a:defRPr/>
            </a:pPr>
            <a:r>
              <a:rPr lang="en-US" sz="2800" b="1" i="1" dirty="0">
                <a:latin typeface="Maiandra GD" pitchFamily="34" charset="0"/>
              </a:rPr>
              <a:t>The Dot operator (.):</a:t>
            </a:r>
            <a:r>
              <a:rPr lang="en-US" sz="2800" dirty="0">
                <a:latin typeface="Maiandra GD" pitchFamily="34" charset="0"/>
              </a:rPr>
              <a:t> to access data members of </a:t>
            </a:r>
          </a:p>
          <a:p>
            <a:pPr marL="0" eaLnBrk="1" fontAlgn="auto" hangingPunct="1">
              <a:lnSpc>
                <a:spcPct val="110000"/>
              </a:lnSpc>
              <a:spcBef>
                <a:spcPts val="0"/>
              </a:spcBef>
              <a:spcAft>
                <a:spcPts val="0"/>
              </a:spcAft>
              <a:buFont typeface="Arial" pitchFamily="34" charset="0"/>
              <a:buNone/>
              <a:defRPr/>
            </a:pPr>
            <a:r>
              <a:rPr lang="en-US" sz="2800" dirty="0">
                <a:latin typeface="Maiandra GD" pitchFamily="34" charset="0"/>
              </a:rPr>
              <a:t>    structure variables.</a:t>
            </a:r>
          </a:p>
          <a:p>
            <a:pPr marL="0" eaLnBrk="1" fontAlgn="auto" hangingPunct="1">
              <a:lnSpc>
                <a:spcPct val="110000"/>
              </a:lnSpc>
              <a:spcBef>
                <a:spcPts val="0"/>
              </a:spcBef>
              <a:spcAft>
                <a:spcPts val="0"/>
              </a:spcAft>
              <a:defRPr/>
            </a:pPr>
            <a:r>
              <a:rPr lang="en-US" sz="2800" b="1" i="1" dirty="0">
                <a:latin typeface="Maiandra GD" pitchFamily="34" charset="0"/>
              </a:rPr>
              <a:t>The Arrow operator (-&gt;):</a:t>
            </a:r>
            <a:r>
              <a:rPr lang="en-US" sz="2800" dirty="0">
                <a:latin typeface="Maiandra GD" pitchFamily="34" charset="0"/>
              </a:rPr>
              <a:t> to access data members of </a:t>
            </a:r>
          </a:p>
          <a:p>
            <a:pPr marL="0" eaLnBrk="1" fontAlgn="auto" hangingPunct="1">
              <a:lnSpc>
                <a:spcPct val="110000"/>
              </a:lnSpc>
              <a:spcBef>
                <a:spcPts val="0"/>
              </a:spcBef>
              <a:spcAft>
                <a:spcPts val="0"/>
              </a:spcAft>
              <a:buFont typeface="Arial" pitchFamily="34" charset="0"/>
              <a:buNone/>
              <a:defRPr/>
            </a:pPr>
            <a:r>
              <a:rPr lang="en-US" sz="2800" dirty="0">
                <a:latin typeface="Maiandra GD" pitchFamily="34" charset="0"/>
              </a:rPr>
              <a:t>    pointer variables pointing to the structure. </a:t>
            </a:r>
          </a:p>
          <a:p>
            <a:pPr eaLnBrk="1" fontAlgn="auto" hangingPunct="1">
              <a:lnSpc>
                <a:spcPct val="80000"/>
              </a:lnSpc>
              <a:spcAft>
                <a:spcPts val="0"/>
              </a:spcAft>
              <a:buFontTx/>
              <a:buNone/>
              <a:defRPr/>
            </a:pPr>
            <a:endParaRPr lang="en-US" sz="2800" b="1" u="sng" dirty="0">
              <a:latin typeface="Maiandra GD" pitchFamily="34" charset="0"/>
            </a:endParaRPr>
          </a:p>
          <a:p>
            <a:pPr eaLnBrk="1" fontAlgn="auto" hangingPunct="1">
              <a:lnSpc>
                <a:spcPct val="80000"/>
              </a:lnSpc>
              <a:spcAft>
                <a:spcPts val="0"/>
              </a:spcAft>
              <a:buFontTx/>
              <a:buNone/>
              <a:defRPr/>
            </a:pPr>
            <a:r>
              <a:rPr lang="en-US" sz="2800" b="1" u="sng" dirty="0">
                <a:latin typeface="Maiandra GD" pitchFamily="34" charset="0"/>
              </a:rPr>
              <a:t>Example</a:t>
            </a:r>
            <a:r>
              <a:rPr lang="en-US" sz="2800" dirty="0">
                <a:latin typeface="Maiandra GD" pitchFamily="34" charset="0"/>
              </a:rPr>
              <a:t>: </a:t>
            </a:r>
          </a:p>
          <a:p>
            <a:pPr eaLnBrk="1" fontAlgn="auto" hangingPunct="1">
              <a:lnSpc>
                <a:spcPct val="80000"/>
              </a:lnSpc>
              <a:spcAft>
                <a:spcPts val="0"/>
              </a:spcAft>
              <a:buFontTx/>
              <a:buNone/>
              <a:defRPr/>
            </a:pPr>
            <a:r>
              <a:rPr lang="en-US" sz="2800" dirty="0">
                <a:latin typeface="Maiandra GD" pitchFamily="34" charset="0"/>
              </a:rPr>
              <a:t>         </a:t>
            </a:r>
            <a:r>
              <a:rPr lang="en-US" sz="2800" b="1" dirty="0" err="1">
                <a:latin typeface="Maiandra GD" pitchFamily="34" charset="0"/>
              </a:rPr>
              <a:t>struct</a:t>
            </a:r>
            <a:r>
              <a:rPr lang="en-US" sz="2800" b="1" dirty="0">
                <a:latin typeface="Maiandra GD" pitchFamily="34" charset="0"/>
              </a:rPr>
              <a:t> student stud;</a:t>
            </a:r>
          </a:p>
          <a:p>
            <a:pPr eaLnBrk="1" fontAlgn="auto" hangingPunct="1">
              <a:lnSpc>
                <a:spcPct val="80000"/>
              </a:lnSpc>
              <a:spcAft>
                <a:spcPts val="0"/>
              </a:spcAft>
              <a:buFontTx/>
              <a:buNone/>
              <a:defRPr/>
            </a:pPr>
            <a:r>
              <a:rPr lang="en-US" sz="2800" b="1" dirty="0">
                <a:latin typeface="Maiandra GD" pitchFamily="34" charset="0"/>
              </a:rPr>
              <a:t>         </a:t>
            </a:r>
            <a:r>
              <a:rPr lang="en-US" sz="2800" b="1" dirty="0" err="1">
                <a:latin typeface="Maiandra GD" pitchFamily="34" charset="0"/>
              </a:rPr>
              <a:t>struct</a:t>
            </a:r>
            <a:r>
              <a:rPr lang="en-US" sz="2800" b="1" dirty="0">
                <a:latin typeface="Maiandra GD" pitchFamily="34" charset="0"/>
              </a:rPr>
              <a:t> student *</a:t>
            </a:r>
            <a:r>
              <a:rPr lang="en-US" sz="2800" b="1" dirty="0" err="1">
                <a:latin typeface="Maiandra GD" pitchFamily="34" charset="0"/>
              </a:rPr>
              <a:t>studptr</a:t>
            </a:r>
            <a:r>
              <a:rPr lang="en-US" sz="2800" b="1" dirty="0">
                <a:latin typeface="Maiandra GD" pitchFamily="34" charset="0"/>
              </a:rPr>
              <a:t>;</a:t>
            </a:r>
          </a:p>
          <a:p>
            <a:pPr eaLnBrk="1" fontAlgn="auto" hangingPunct="1">
              <a:lnSpc>
                <a:spcPct val="80000"/>
              </a:lnSpc>
              <a:spcAft>
                <a:spcPts val="0"/>
              </a:spcAft>
              <a:buFontTx/>
              <a:buNone/>
              <a:defRPr/>
            </a:pPr>
            <a:endParaRPr lang="en-US" sz="2800" b="1" dirty="0">
              <a:latin typeface="Maiandra GD" pitchFamily="34" charset="0"/>
            </a:endParaRPr>
          </a:p>
          <a:p>
            <a:pPr eaLnBrk="1" fontAlgn="auto" hangingPunct="1">
              <a:lnSpc>
                <a:spcPct val="80000"/>
              </a:lnSpc>
              <a:spcAft>
                <a:spcPts val="0"/>
              </a:spcAft>
              <a:buFontTx/>
              <a:buNone/>
              <a:defRPr/>
            </a:pPr>
            <a:r>
              <a:rPr lang="en-US" sz="2800" dirty="0">
                <a:latin typeface="Maiandra GD" pitchFamily="34" charset="0"/>
              </a:rPr>
              <a:t>         </a:t>
            </a:r>
            <a:r>
              <a:rPr lang="en-US" sz="2800" b="1" dirty="0" err="1">
                <a:latin typeface="Maiandra GD" pitchFamily="34" charset="0"/>
              </a:rPr>
              <a:t>cout</a:t>
            </a:r>
            <a:r>
              <a:rPr lang="en-US" sz="2800" b="1" dirty="0">
                <a:latin typeface="Maiandra GD" pitchFamily="34" charset="0"/>
              </a:rPr>
              <a:t>&lt;&lt;stud.name; </a:t>
            </a:r>
          </a:p>
          <a:p>
            <a:pPr eaLnBrk="1" fontAlgn="auto" hangingPunct="1">
              <a:lnSpc>
                <a:spcPct val="80000"/>
              </a:lnSpc>
              <a:spcAft>
                <a:spcPts val="0"/>
              </a:spcAft>
              <a:buFontTx/>
              <a:buNone/>
              <a:defRPr/>
            </a:pPr>
            <a:r>
              <a:rPr lang="en-US" sz="2800" dirty="0">
                <a:latin typeface="Maiandra GD" pitchFamily="34" charset="0"/>
              </a:rPr>
              <a:t>               OR</a:t>
            </a:r>
          </a:p>
          <a:p>
            <a:pPr eaLnBrk="1" fontAlgn="auto" hangingPunct="1">
              <a:lnSpc>
                <a:spcPct val="80000"/>
              </a:lnSpc>
              <a:spcAft>
                <a:spcPts val="0"/>
              </a:spcAft>
              <a:buFontTx/>
              <a:buNone/>
              <a:defRPr/>
            </a:pPr>
            <a:r>
              <a:rPr lang="en-US" sz="2800" dirty="0">
                <a:latin typeface="Maiandra GD" pitchFamily="34" charset="0"/>
              </a:rPr>
              <a:t>            </a:t>
            </a:r>
            <a:r>
              <a:rPr lang="en-US" sz="2800" b="1" dirty="0" err="1">
                <a:latin typeface="Maiandra GD" pitchFamily="34" charset="0"/>
              </a:rPr>
              <a:t>cout</a:t>
            </a:r>
            <a:r>
              <a:rPr lang="en-US" sz="2800" b="1" dirty="0">
                <a:latin typeface="Maiandra GD" pitchFamily="34" charset="0"/>
              </a:rPr>
              <a:t>&lt;&lt;</a:t>
            </a:r>
            <a:r>
              <a:rPr lang="en-US" sz="2800" b="1" dirty="0" err="1">
                <a:latin typeface="Maiandra GD" pitchFamily="34" charset="0"/>
              </a:rPr>
              <a:t>studptr</a:t>
            </a:r>
            <a:r>
              <a:rPr lang="en-US" sz="2800" b="1" dirty="0">
                <a:latin typeface="Maiandra GD" pitchFamily="34" charset="0"/>
              </a:rPr>
              <a:t>-&gt;name;</a:t>
            </a:r>
          </a:p>
        </p:txBody>
      </p:sp>
      <p:sp>
        <p:nvSpPr>
          <p:cNvPr id="4" name="Slide Number Placeholder 5"/>
          <p:cNvSpPr>
            <a:spLocks noGrp="1"/>
          </p:cNvSpPr>
          <p:nvPr>
            <p:ph type="sldNum" sz="quarter" idx="12"/>
          </p:nvPr>
        </p:nvSpPr>
        <p:spPr/>
        <p:txBody>
          <a:bodyPr/>
          <a:lstStyle/>
          <a:p>
            <a:pPr>
              <a:defRPr/>
            </a:pPr>
            <a:fld id="{83A47C71-3CA6-4457-936B-1348D1AEDEFF}" type="slidenum">
              <a:rPr lang="en-US"/>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idx="1"/>
          </p:nvPr>
        </p:nvSpPr>
        <p:spPr>
          <a:xfrm>
            <a:off x="228600" y="304800"/>
            <a:ext cx="8686800" cy="6172200"/>
          </a:xfrm>
        </p:spPr>
        <p:txBody>
          <a:bodyPr/>
          <a:lstStyle/>
          <a:p>
            <a:pPr eaLnBrk="1" hangingPunct="1">
              <a:lnSpc>
                <a:spcPct val="90000"/>
              </a:lnSpc>
              <a:buFontTx/>
              <a:buNone/>
            </a:pPr>
            <a:r>
              <a:rPr lang="en-US" b="1" dirty="0">
                <a:latin typeface="Maiandra GD" pitchFamily="34" charset="0"/>
              </a:rPr>
              <a:t>Self-Referential Structures</a:t>
            </a:r>
          </a:p>
          <a:p>
            <a:pPr eaLnBrk="1" hangingPunct="1">
              <a:spcBef>
                <a:spcPct val="0"/>
              </a:spcBef>
            </a:pPr>
            <a:r>
              <a:rPr lang="en-US" sz="2800" dirty="0">
                <a:latin typeface="Maiandra GD" pitchFamily="34" charset="0"/>
              </a:rPr>
              <a:t>Structures can hold pointers to instances of themselves.</a:t>
            </a:r>
          </a:p>
          <a:p>
            <a:pPr eaLnBrk="1" hangingPunct="1">
              <a:lnSpc>
                <a:spcPct val="90000"/>
              </a:lnSpc>
              <a:buFontTx/>
              <a:buNone/>
            </a:pPr>
            <a:r>
              <a:rPr lang="en-US" sz="2800" b="1" u="sng" dirty="0">
                <a:latin typeface="Maiandra GD" pitchFamily="34" charset="0"/>
              </a:rPr>
              <a:t>Example</a:t>
            </a:r>
            <a:r>
              <a:rPr lang="en-US" b="1" dirty="0">
                <a:latin typeface="Maiandra GD" pitchFamily="34" charset="0"/>
              </a:rPr>
              <a:t>:</a:t>
            </a:r>
          </a:p>
          <a:p>
            <a:pPr lvl="4" eaLnBrk="1" hangingPunct="1">
              <a:lnSpc>
                <a:spcPct val="90000"/>
              </a:lnSpc>
              <a:buFontTx/>
              <a:buNone/>
            </a:pPr>
            <a:r>
              <a:rPr lang="en-US" sz="2800" b="1" dirty="0">
                <a:latin typeface="Maiandra GD" pitchFamily="34" charset="0"/>
              </a:rPr>
              <a:t>struct student{</a:t>
            </a:r>
          </a:p>
          <a:p>
            <a:pPr lvl="4" eaLnBrk="1" hangingPunct="1">
              <a:lnSpc>
                <a:spcPct val="90000"/>
              </a:lnSpc>
              <a:buFontTx/>
              <a:buNone/>
            </a:pPr>
            <a:r>
              <a:rPr lang="en-US" sz="2800" b="1">
                <a:latin typeface="Maiandra GD" pitchFamily="34" charset="0"/>
              </a:rPr>
              <a:t>     char name[20];</a:t>
            </a:r>
          </a:p>
          <a:p>
            <a:pPr lvl="4" eaLnBrk="1" hangingPunct="1">
              <a:lnSpc>
                <a:spcPct val="90000"/>
              </a:lnSpc>
              <a:buFontTx/>
              <a:buNone/>
            </a:pPr>
            <a:r>
              <a:rPr lang="en-US" sz="2800" b="1" dirty="0">
                <a:latin typeface="Maiandra GD" pitchFamily="34" charset="0"/>
              </a:rPr>
              <a:t>     int age;</a:t>
            </a:r>
          </a:p>
          <a:p>
            <a:pPr lvl="4" eaLnBrk="1" hangingPunct="1">
              <a:lnSpc>
                <a:spcPct val="90000"/>
              </a:lnSpc>
              <a:buFontTx/>
              <a:buNone/>
            </a:pPr>
            <a:r>
              <a:rPr lang="en-US" sz="2800" b="1" dirty="0">
                <a:latin typeface="Maiandra GD" pitchFamily="34" charset="0"/>
              </a:rPr>
              <a:t>     char Dept[20];</a:t>
            </a:r>
          </a:p>
          <a:p>
            <a:pPr lvl="4" eaLnBrk="1" hangingPunct="1">
              <a:lnSpc>
                <a:spcPct val="90000"/>
              </a:lnSpc>
              <a:buFontTx/>
              <a:buNone/>
            </a:pPr>
            <a:r>
              <a:rPr lang="en-US" sz="2800" b="1" dirty="0">
                <a:latin typeface="Maiandra GD" pitchFamily="34" charset="0"/>
              </a:rPr>
              <a:t>     struct student *next;</a:t>
            </a:r>
          </a:p>
          <a:p>
            <a:pPr lvl="4" eaLnBrk="1" hangingPunct="1">
              <a:lnSpc>
                <a:spcPct val="90000"/>
              </a:lnSpc>
              <a:buFontTx/>
              <a:buNone/>
            </a:pPr>
            <a:r>
              <a:rPr lang="en-US" sz="2800" b="1" dirty="0">
                <a:latin typeface="Maiandra GD" pitchFamily="34" charset="0"/>
              </a:rPr>
              <a:t>   };</a:t>
            </a:r>
          </a:p>
        </p:txBody>
      </p:sp>
      <p:sp>
        <p:nvSpPr>
          <p:cNvPr id="4" name="Slide Number Placeholder 5"/>
          <p:cNvSpPr>
            <a:spLocks noGrp="1"/>
          </p:cNvSpPr>
          <p:nvPr>
            <p:ph type="sldNum" sz="quarter" idx="12"/>
          </p:nvPr>
        </p:nvSpPr>
        <p:spPr/>
        <p:txBody>
          <a:bodyPr/>
          <a:lstStyle/>
          <a:p>
            <a:pPr>
              <a:defRPr/>
            </a:pPr>
            <a:fld id="{3F1F15EC-CBD2-435E-9736-2C333FC31D24}" type="slidenum">
              <a:rPr lang="en-US"/>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381000" y="304800"/>
            <a:ext cx="8534400" cy="5715000"/>
          </a:xfrm>
        </p:spPr>
        <p:txBody>
          <a:bodyPr/>
          <a:lstStyle/>
          <a:p>
            <a:pPr eaLnBrk="1" hangingPunct="1">
              <a:lnSpc>
                <a:spcPct val="90000"/>
              </a:lnSpc>
              <a:buFont typeface="Arial" pitchFamily="34" charset="0"/>
              <a:buNone/>
            </a:pPr>
            <a:r>
              <a:rPr lang="en-US" b="1">
                <a:latin typeface="Maiandra GD" pitchFamily="34" charset="0"/>
              </a:rPr>
              <a:t>Linked List- Based List Implementation</a:t>
            </a:r>
          </a:p>
          <a:p>
            <a:pPr eaLnBrk="1" hangingPunct="1">
              <a:lnSpc>
                <a:spcPct val="90000"/>
              </a:lnSpc>
            </a:pPr>
            <a:r>
              <a:rPr lang="en-US" sz="2800">
                <a:latin typeface="Maiandra GD" pitchFamily="34" charset="0"/>
              </a:rPr>
              <a:t>The second approach for implementing lists makes use of </a:t>
            </a:r>
            <a:r>
              <a:rPr lang="en-US" sz="2800" u="sng">
                <a:solidFill>
                  <a:srgbClr val="FF0000"/>
                </a:solidFill>
                <a:latin typeface="Maiandra GD" pitchFamily="34" charset="0"/>
              </a:rPr>
              <a:t>pointers</a:t>
            </a:r>
            <a:r>
              <a:rPr lang="en-US" sz="2800">
                <a:solidFill>
                  <a:srgbClr val="0070C0"/>
                </a:solidFill>
                <a:latin typeface="Maiandra GD" pitchFamily="34" charset="0"/>
              </a:rPr>
              <a:t> </a:t>
            </a:r>
            <a:r>
              <a:rPr lang="en-US" sz="2800">
                <a:latin typeface="Maiandra GD" pitchFamily="34" charset="0"/>
              </a:rPr>
              <a:t>and is called a </a:t>
            </a:r>
            <a:r>
              <a:rPr lang="en-US" sz="2800" u="sng">
                <a:solidFill>
                  <a:srgbClr val="FF0000"/>
                </a:solidFill>
                <a:latin typeface="Maiandra GD" pitchFamily="34" charset="0"/>
              </a:rPr>
              <a:t>linked list</a:t>
            </a:r>
            <a:r>
              <a:rPr lang="en-US" sz="2800">
                <a:latin typeface="Maiandra GD" pitchFamily="34" charset="0"/>
              </a:rPr>
              <a:t>.</a:t>
            </a:r>
          </a:p>
          <a:p>
            <a:pPr eaLnBrk="1" hangingPunct="1">
              <a:lnSpc>
                <a:spcPct val="90000"/>
              </a:lnSpc>
            </a:pPr>
            <a:r>
              <a:rPr lang="en-US" sz="2800">
                <a:latin typeface="Maiandra GD" pitchFamily="34" charset="0"/>
              </a:rPr>
              <a:t>The linked list uses </a:t>
            </a:r>
            <a:r>
              <a:rPr lang="en-US" sz="2800" u="sng">
                <a:solidFill>
                  <a:srgbClr val="FF0000"/>
                </a:solidFill>
                <a:latin typeface="Maiandra GD" pitchFamily="34" charset="0"/>
              </a:rPr>
              <a:t>dynamic memory allocation</a:t>
            </a:r>
            <a:r>
              <a:rPr lang="en-US" sz="2800">
                <a:latin typeface="Maiandra GD" pitchFamily="34" charset="0"/>
              </a:rPr>
              <a:t>, i.e. it allocates memory for new list elements as needed</a:t>
            </a:r>
          </a:p>
          <a:p>
            <a:pPr eaLnBrk="1" hangingPunct="1">
              <a:lnSpc>
                <a:spcPct val="90000"/>
              </a:lnSpc>
            </a:pPr>
            <a:r>
              <a:rPr lang="en-US" sz="2800">
                <a:latin typeface="Maiandra GD" pitchFamily="34" charset="0"/>
              </a:rPr>
              <a:t>Is self-referential structure. </a:t>
            </a:r>
          </a:p>
          <a:p>
            <a:pPr eaLnBrk="1" hangingPunct="1">
              <a:lnSpc>
                <a:spcPct val="90000"/>
              </a:lnSpc>
            </a:pPr>
            <a:r>
              <a:rPr lang="en-US" sz="2800">
                <a:latin typeface="Maiandra GD" pitchFamily="34" charset="0"/>
              </a:rPr>
              <a:t>Is a collection of elements called </a:t>
            </a:r>
            <a:r>
              <a:rPr lang="en-US" sz="2800" b="1">
                <a:solidFill>
                  <a:srgbClr val="FF0000"/>
                </a:solidFill>
                <a:latin typeface="Maiandra GD" pitchFamily="34" charset="0"/>
              </a:rPr>
              <a:t>nodes,</a:t>
            </a:r>
            <a:r>
              <a:rPr lang="en-US" sz="2800" b="1">
                <a:latin typeface="Maiandra GD" pitchFamily="34" charset="0"/>
              </a:rPr>
              <a:t> </a:t>
            </a:r>
            <a:r>
              <a:rPr lang="en-US" sz="2800">
                <a:latin typeface="Maiandra GD" pitchFamily="34" charset="0"/>
              </a:rPr>
              <a:t>each of which stores two types of fields. </a:t>
            </a:r>
            <a:r>
              <a:rPr lang="en-US" sz="2800" b="1">
                <a:solidFill>
                  <a:srgbClr val="FF0000"/>
                </a:solidFill>
                <a:latin typeface="Maiandra GD" pitchFamily="34" charset="0"/>
              </a:rPr>
              <a:t>Data items</a:t>
            </a:r>
            <a:r>
              <a:rPr lang="en-US" sz="2800" b="1">
                <a:latin typeface="Maiandra GD" pitchFamily="34" charset="0"/>
              </a:rPr>
              <a:t> </a:t>
            </a:r>
            <a:r>
              <a:rPr lang="en-US" sz="2800">
                <a:latin typeface="Maiandra GD" pitchFamily="34" charset="0"/>
              </a:rPr>
              <a:t>and a </a:t>
            </a:r>
            <a:r>
              <a:rPr lang="en-US" sz="2800" b="1">
                <a:solidFill>
                  <a:srgbClr val="FF0000"/>
                </a:solidFill>
                <a:latin typeface="Maiandra GD" pitchFamily="34" charset="0"/>
              </a:rPr>
              <a:t>pointer to next node.</a:t>
            </a:r>
          </a:p>
          <a:p>
            <a:pPr eaLnBrk="1" hangingPunct="1">
              <a:lnSpc>
                <a:spcPct val="90000"/>
              </a:lnSpc>
              <a:buFont typeface="Arial" pitchFamily="34" charset="0"/>
              <a:buNone/>
            </a:pPr>
            <a:endParaRPr lang="en-US" sz="2400" b="1">
              <a:latin typeface="Maiandra GD" pitchFamily="34" charset="0"/>
            </a:endParaRPr>
          </a:p>
          <a:p>
            <a:pPr eaLnBrk="1" hangingPunct="1">
              <a:lnSpc>
                <a:spcPct val="90000"/>
              </a:lnSpc>
              <a:buFontTx/>
              <a:buNone/>
            </a:pPr>
            <a:r>
              <a:rPr lang="en-US" sz="2800" b="1">
                <a:solidFill>
                  <a:srgbClr val="FF0000"/>
                </a:solidFill>
                <a:latin typeface="Maiandra GD" pitchFamily="34" charset="0"/>
              </a:rPr>
              <a:t>The data field: </a:t>
            </a:r>
            <a:r>
              <a:rPr lang="en-US" sz="2800">
                <a:latin typeface="Maiandra GD" pitchFamily="34" charset="0"/>
              </a:rPr>
              <a:t>holds the actual elements on the list.</a:t>
            </a:r>
          </a:p>
          <a:p>
            <a:pPr eaLnBrk="1" hangingPunct="1">
              <a:lnSpc>
                <a:spcPct val="90000"/>
              </a:lnSpc>
              <a:buFontTx/>
              <a:buNone/>
            </a:pPr>
            <a:r>
              <a:rPr lang="en-US" sz="2800" b="1">
                <a:solidFill>
                  <a:srgbClr val="FF0000"/>
                </a:solidFill>
                <a:latin typeface="Maiandra GD" pitchFamily="34" charset="0"/>
              </a:rPr>
              <a:t>The pointer field:</a:t>
            </a:r>
            <a:r>
              <a:rPr lang="en-US" sz="2800">
                <a:latin typeface="Maiandra GD" pitchFamily="34" charset="0"/>
              </a:rPr>
              <a:t> contains the address of the next </a:t>
            </a:r>
          </a:p>
          <a:p>
            <a:pPr eaLnBrk="1" hangingPunct="1">
              <a:lnSpc>
                <a:spcPct val="90000"/>
              </a:lnSpc>
              <a:buFontTx/>
              <a:buNone/>
            </a:pPr>
            <a:r>
              <a:rPr lang="en-US" sz="2800">
                <a:latin typeface="Maiandra GD" pitchFamily="34" charset="0"/>
              </a:rPr>
              <a:t>                           node in the list.</a:t>
            </a:r>
            <a:endParaRPr lang="en-US" sz="2800" b="1">
              <a:latin typeface="Maiandra GD" pitchFamily="34" charset="0"/>
            </a:endParaRPr>
          </a:p>
        </p:txBody>
      </p:sp>
      <p:sp>
        <p:nvSpPr>
          <p:cNvPr id="4" name="Slide Number Placeholder 5"/>
          <p:cNvSpPr>
            <a:spLocks noGrp="1"/>
          </p:cNvSpPr>
          <p:nvPr>
            <p:ph type="sldNum" sz="quarter" idx="12"/>
          </p:nvPr>
        </p:nvSpPr>
        <p:spPr/>
        <p:txBody>
          <a:bodyPr/>
          <a:lstStyle/>
          <a:p>
            <a:pPr>
              <a:defRPr/>
            </a:pPr>
            <a:fld id="{26B0A65C-9B98-4B9B-BAAA-E0F4E1F2EE42}"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76200" y="76200"/>
            <a:ext cx="8915400" cy="6629400"/>
          </a:xfrm>
        </p:spPr>
        <p:txBody>
          <a:bodyPr/>
          <a:lstStyle/>
          <a:p>
            <a:pPr eaLnBrk="1" hangingPunct="1"/>
            <a:r>
              <a:rPr lang="en-US">
                <a:latin typeface="Maiandra GD" pitchFamily="34" charset="0"/>
              </a:rPr>
              <a:t>A linked list can be represented by a diagram like this one: </a:t>
            </a:r>
          </a:p>
          <a:p>
            <a:pPr eaLnBrk="1" hangingPunct="1">
              <a:buFontTx/>
              <a:buNone/>
            </a:pPr>
            <a:endParaRPr lang="en-US" sz="2800"/>
          </a:p>
          <a:p>
            <a:pPr eaLnBrk="1" hangingPunct="1">
              <a:buFontTx/>
              <a:buNone/>
            </a:pPr>
            <a:r>
              <a:rPr lang="en-US" sz="2800"/>
              <a:t> </a:t>
            </a:r>
          </a:p>
        </p:txBody>
      </p:sp>
      <p:sp>
        <p:nvSpPr>
          <p:cNvPr id="34" name="Slide Number Placeholder 5"/>
          <p:cNvSpPr>
            <a:spLocks noGrp="1"/>
          </p:cNvSpPr>
          <p:nvPr>
            <p:ph type="sldNum" sz="quarter" idx="12"/>
          </p:nvPr>
        </p:nvSpPr>
        <p:spPr/>
        <p:txBody>
          <a:bodyPr/>
          <a:lstStyle/>
          <a:p>
            <a:pPr>
              <a:defRPr/>
            </a:pPr>
            <a:fld id="{9BC7D129-8BFA-44C1-9694-3ECF85C6FC88}" type="slidenum">
              <a:rPr lang="en-US"/>
              <a:pPr>
                <a:defRPr/>
              </a:pPr>
              <a:t>19</a:t>
            </a:fld>
            <a:endParaRPr lang="en-US"/>
          </a:p>
        </p:txBody>
      </p:sp>
      <p:grpSp>
        <p:nvGrpSpPr>
          <p:cNvPr id="20484" name="Group 39"/>
          <p:cNvGrpSpPr>
            <a:grpSpLocks/>
          </p:cNvGrpSpPr>
          <p:nvPr/>
        </p:nvGrpSpPr>
        <p:grpSpPr bwMode="auto">
          <a:xfrm>
            <a:off x="1622425" y="2971800"/>
            <a:ext cx="6226175" cy="1154113"/>
            <a:chOff x="824" y="1152"/>
            <a:chExt cx="3922" cy="727"/>
          </a:xfrm>
        </p:grpSpPr>
        <p:sp>
          <p:nvSpPr>
            <p:cNvPr id="20496" name="Rectangle 40"/>
            <p:cNvSpPr>
              <a:spLocks noChangeArrowheads="1"/>
            </p:cNvSpPr>
            <p:nvPr/>
          </p:nvSpPr>
          <p:spPr bwMode="auto">
            <a:xfrm>
              <a:off x="4362" y="1156"/>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0497" name="Rectangle 41"/>
            <p:cNvSpPr>
              <a:spLocks noChangeArrowheads="1"/>
            </p:cNvSpPr>
            <p:nvPr/>
          </p:nvSpPr>
          <p:spPr bwMode="auto">
            <a:xfrm>
              <a:off x="2058" y="1156"/>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0498" name="Line 42"/>
            <p:cNvSpPr>
              <a:spLocks noChangeShapeType="1"/>
            </p:cNvSpPr>
            <p:nvPr/>
          </p:nvSpPr>
          <p:spPr bwMode="auto">
            <a:xfrm flipV="1">
              <a:off x="2250" y="1348"/>
              <a:ext cx="576" cy="0"/>
            </a:xfrm>
            <a:prstGeom prst="line">
              <a:avLst/>
            </a:prstGeom>
            <a:noFill/>
            <a:ln w="28575">
              <a:solidFill>
                <a:schemeClr val="tx1"/>
              </a:solidFill>
              <a:round/>
              <a:headEnd type="oval" w="med" len="med"/>
              <a:tailEnd type="triangle" w="med" len="med"/>
            </a:ln>
          </p:spPr>
          <p:txBody>
            <a:bodyPr wrap="none"/>
            <a:lstStyle/>
            <a:p>
              <a:endParaRPr lang="en-US"/>
            </a:p>
          </p:txBody>
        </p:sp>
        <p:sp>
          <p:nvSpPr>
            <p:cNvPr id="20499" name="Rectangle 43"/>
            <p:cNvSpPr>
              <a:spLocks noChangeArrowheads="1"/>
            </p:cNvSpPr>
            <p:nvPr/>
          </p:nvSpPr>
          <p:spPr bwMode="auto">
            <a:xfrm>
              <a:off x="3210" y="1156"/>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0500" name="Line 44"/>
            <p:cNvSpPr>
              <a:spLocks noChangeShapeType="1"/>
            </p:cNvSpPr>
            <p:nvPr/>
          </p:nvSpPr>
          <p:spPr bwMode="auto">
            <a:xfrm flipV="1">
              <a:off x="3402" y="1348"/>
              <a:ext cx="576" cy="0"/>
            </a:xfrm>
            <a:prstGeom prst="line">
              <a:avLst/>
            </a:prstGeom>
            <a:noFill/>
            <a:ln w="28575">
              <a:solidFill>
                <a:schemeClr val="tx1"/>
              </a:solidFill>
              <a:round/>
              <a:headEnd type="oval" w="med" len="med"/>
              <a:tailEnd type="triangle" w="med" len="med"/>
            </a:ln>
          </p:spPr>
          <p:txBody>
            <a:bodyPr wrap="none"/>
            <a:lstStyle/>
            <a:p>
              <a:endParaRPr lang="en-US"/>
            </a:p>
          </p:txBody>
        </p:sp>
        <p:grpSp>
          <p:nvGrpSpPr>
            <p:cNvPr id="20501" name="Group 45"/>
            <p:cNvGrpSpPr>
              <a:grpSpLocks/>
            </p:cNvGrpSpPr>
            <p:nvPr/>
          </p:nvGrpSpPr>
          <p:grpSpPr bwMode="auto">
            <a:xfrm>
              <a:off x="1674" y="1156"/>
              <a:ext cx="384" cy="384"/>
              <a:chOff x="1728" y="2880"/>
              <a:chExt cx="384" cy="384"/>
            </a:xfrm>
          </p:grpSpPr>
          <p:sp>
            <p:nvSpPr>
              <p:cNvPr id="20512" name="Rectangle 46"/>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0513" name="Text Box 47"/>
              <p:cNvSpPr txBox="1">
                <a:spLocks noChangeArrowheads="1"/>
              </p:cNvSpPr>
              <p:nvPr/>
            </p:nvSpPr>
            <p:spPr bwMode="auto">
              <a:xfrm>
                <a:off x="1819" y="2966"/>
                <a:ext cx="212"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A</a:t>
                </a:r>
              </a:p>
            </p:txBody>
          </p:sp>
        </p:grpSp>
        <p:sp>
          <p:nvSpPr>
            <p:cNvPr id="20502" name="Text Box 48"/>
            <p:cNvSpPr txBox="1">
              <a:spLocks noChangeArrowheads="1"/>
            </p:cNvSpPr>
            <p:nvPr/>
          </p:nvSpPr>
          <p:spPr bwMode="auto">
            <a:xfrm>
              <a:off x="4441" y="1224"/>
              <a:ext cx="248" cy="250"/>
            </a:xfrm>
            <a:prstGeom prst="rect">
              <a:avLst/>
            </a:prstGeom>
            <a:noFill/>
            <a:ln w="9525">
              <a:noFill/>
              <a:miter lim="800000"/>
              <a:headEnd/>
              <a:tailEnd/>
            </a:ln>
          </p:spPr>
          <p:txBody>
            <a:bodyPr wrap="none">
              <a:spAutoFit/>
            </a:bodyPr>
            <a:lstStyle/>
            <a:p>
              <a:pPr algn="ctr"/>
              <a:r>
                <a:rPr lang="zh-CN" altLang="en-US" sz="2000" b="1">
                  <a:latin typeface="Tahoma" pitchFamily="34" charset="0"/>
                  <a:sym typeface="Symbol" pitchFamily="18" charset="2"/>
                </a:rPr>
                <a:t></a:t>
              </a:r>
              <a:endParaRPr lang="zh-CN" altLang="en-US" sz="2000" b="1">
                <a:latin typeface="Tahoma" pitchFamily="34" charset="0"/>
              </a:endParaRPr>
            </a:p>
          </p:txBody>
        </p:sp>
        <p:sp>
          <p:nvSpPr>
            <p:cNvPr id="20503" name="Rectangle 49"/>
            <p:cNvSpPr>
              <a:spLocks noChangeArrowheads="1"/>
            </p:cNvSpPr>
            <p:nvPr/>
          </p:nvSpPr>
          <p:spPr bwMode="auto">
            <a:xfrm>
              <a:off x="906" y="1152"/>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0504" name="Line 50"/>
            <p:cNvSpPr>
              <a:spLocks noChangeShapeType="1"/>
            </p:cNvSpPr>
            <p:nvPr/>
          </p:nvSpPr>
          <p:spPr bwMode="auto">
            <a:xfrm flipV="1">
              <a:off x="1098" y="1348"/>
              <a:ext cx="576" cy="0"/>
            </a:xfrm>
            <a:prstGeom prst="line">
              <a:avLst/>
            </a:prstGeom>
            <a:noFill/>
            <a:ln w="28575">
              <a:solidFill>
                <a:schemeClr val="tx1"/>
              </a:solidFill>
              <a:round/>
              <a:headEnd type="oval" w="med" len="med"/>
              <a:tailEnd type="triangle" w="med" len="med"/>
            </a:ln>
          </p:spPr>
          <p:txBody>
            <a:bodyPr wrap="none"/>
            <a:lstStyle/>
            <a:p>
              <a:endParaRPr lang="en-US"/>
            </a:p>
          </p:txBody>
        </p:sp>
        <p:sp>
          <p:nvSpPr>
            <p:cNvPr id="20505" name="Text Box 51"/>
            <p:cNvSpPr txBox="1">
              <a:spLocks noChangeArrowheads="1"/>
            </p:cNvSpPr>
            <p:nvPr/>
          </p:nvSpPr>
          <p:spPr bwMode="auto">
            <a:xfrm>
              <a:off x="824" y="1588"/>
              <a:ext cx="658" cy="291"/>
            </a:xfrm>
            <a:prstGeom prst="rect">
              <a:avLst/>
            </a:prstGeom>
            <a:noFill/>
            <a:ln w="9525">
              <a:noFill/>
              <a:miter lim="800000"/>
              <a:headEnd/>
              <a:tailEnd/>
            </a:ln>
          </p:spPr>
          <p:txBody>
            <a:bodyPr wrap="none">
              <a:spAutoFit/>
            </a:bodyPr>
            <a:lstStyle/>
            <a:p>
              <a:pPr algn="ctr"/>
              <a:r>
                <a:rPr lang="en-US" altLang="zh-CN" sz="2400" b="1">
                  <a:latin typeface="Tahoma" pitchFamily="34" charset="0"/>
                </a:rPr>
                <a:t>Start </a:t>
              </a:r>
            </a:p>
          </p:txBody>
        </p:sp>
        <p:grpSp>
          <p:nvGrpSpPr>
            <p:cNvPr id="20506" name="Group 52"/>
            <p:cNvGrpSpPr>
              <a:grpSpLocks/>
            </p:cNvGrpSpPr>
            <p:nvPr/>
          </p:nvGrpSpPr>
          <p:grpSpPr bwMode="auto">
            <a:xfrm>
              <a:off x="2826" y="1156"/>
              <a:ext cx="384" cy="384"/>
              <a:chOff x="1728" y="2880"/>
              <a:chExt cx="384" cy="384"/>
            </a:xfrm>
          </p:grpSpPr>
          <p:sp>
            <p:nvSpPr>
              <p:cNvPr id="20510" name="Rectangle 53"/>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0511" name="Text Box 54"/>
              <p:cNvSpPr txBox="1">
                <a:spLocks noChangeArrowheads="1"/>
              </p:cNvSpPr>
              <p:nvPr/>
            </p:nvSpPr>
            <p:spPr bwMode="auto">
              <a:xfrm>
                <a:off x="1820" y="2966"/>
                <a:ext cx="210"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B</a:t>
                </a:r>
              </a:p>
            </p:txBody>
          </p:sp>
        </p:grpSp>
        <p:grpSp>
          <p:nvGrpSpPr>
            <p:cNvPr id="20507" name="Group 55"/>
            <p:cNvGrpSpPr>
              <a:grpSpLocks/>
            </p:cNvGrpSpPr>
            <p:nvPr/>
          </p:nvGrpSpPr>
          <p:grpSpPr bwMode="auto">
            <a:xfrm>
              <a:off x="3978" y="1156"/>
              <a:ext cx="384" cy="384"/>
              <a:chOff x="1728" y="2880"/>
              <a:chExt cx="384" cy="384"/>
            </a:xfrm>
          </p:grpSpPr>
          <p:sp>
            <p:nvSpPr>
              <p:cNvPr id="20508" name="Rectangle 56"/>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0509" name="Text Box 57"/>
              <p:cNvSpPr txBox="1">
                <a:spLocks noChangeArrowheads="1"/>
              </p:cNvSpPr>
              <p:nvPr/>
            </p:nvSpPr>
            <p:spPr bwMode="auto">
              <a:xfrm>
                <a:off x="1819" y="2966"/>
                <a:ext cx="212"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C</a:t>
                </a:r>
              </a:p>
            </p:txBody>
          </p:sp>
        </p:grpSp>
      </p:grpSp>
      <p:grpSp>
        <p:nvGrpSpPr>
          <p:cNvPr id="20485" name="Group 58"/>
          <p:cNvGrpSpPr>
            <a:grpSpLocks/>
          </p:cNvGrpSpPr>
          <p:nvPr/>
        </p:nvGrpSpPr>
        <p:grpSpPr bwMode="auto">
          <a:xfrm>
            <a:off x="2362200" y="1143000"/>
            <a:ext cx="4876800" cy="1600200"/>
            <a:chOff x="3504" y="3168"/>
            <a:chExt cx="2208" cy="1008"/>
          </a:xfrm>
        </p:grpSpPr>
        <p:sp>
          <p:nvSpPr>
            <p:cNvPr id="20487" name="Rectangle 59"/>
            <p:cNvSpPr>
              <a:spLocks noChangeArrowheads="1"/>
            </p:cNvSpPr>
            <p:nvPr/>
          </p:nvSpPr>
          <p:spPr bwMode="auto">
            <a:xfrm>
              <a:off x="4816" y="3416"/>
              <a:ext cx="576" cy="384"/>
            </a:xfrm>
            <a:prstGeom prst="rect">
              <a:avLst/>
            </a:prstGeom>
            <a:solidFill>
              <a:schemeClr val="accent1"/>
            </a:solidFill>
            <a:ln w="28575">
              <a:solidFill>
                <a:schemeClr val="tx1"/>
              </a:solidFill>
              <a:miter lim="800000"/>
              <a:headEnd/>
              <a:tailEnd/>
            </a:ln>
          </p:spPr>
          <p:txBody>
            <a:bodyPr wrap="none" anchor="ctr"/>
            <a:lstStyle/>
            <a:p>
              <a:endParaRPr lang="en-US"/>
            </a:p>
          </p:txBody>
        </p:sp>
        <p:grpSp>
          <p:nvGrpSpPr>
            <p:cNvPr id="20488" name="Group 60"/>
            <p:cNvGrpSpPr>
              <a:grpSpLocks/>
            </p:cNvGrpSpPr>
            <p:nvPr/>
          </p:nvGrpSpPr>
          <p:grpSpPr bwMode="auto">
            <a:xfrm>
              <a:off x="4144" y="3416"/>
              <a:ext cx="672" cy="384"/>
              <a:chOff x="1728" y="2880"/>
              <a:chExt cx="384" cy="384"/>
            </a:xfrm>
          </p:grpSpPr>
          <p:sp>
            <p:nvSpPr>
              <p:cNvPr id="20494" name="Rectangle 61"/>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0495" name="Text Box 62"/>
              <p:cNvSpPr txBox="1">
                <a:spLocks noChangeArrowheads="1"/>
              </p:cNvSpPr>
              <p:nvPr/>
            </p:nvSpPr>
            <p:spPr bwMode="auto">
              <a:xfrm>
                <a:off x="1864" y="2966"/>
                <a:ext cx="121"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A</a:t>
                </a:r>
              </a:p>
            </p:txBody>
          </p:sp>
        </p:grpSp>
        <p:sp>
          <p:nvSpPr>
            <p:cNvPr id="20489" name="Text Box 63"/>
            <p:cNvSpPr txBox="1">
              <a:spLocks noChangeArrowheads="1"/>
            </p:cNvSpPr>
            <p:nvPr/>
          </p:nvSpPr>
          <p:spPr bwMode="auto">
            <a:xfrm>
              <a:off x="4229" y="3792"/>
              <a:ext cx="432" cy="291"/>
            </a:xfrm>
            <a:prstGeom prst="rect">
              <a:avLst/>
            </a:prstGeom>
            <a:noFill/>
            <a:ln w="31750">
              <a:noFill/>
              <a:miter lim="800000"/>
              <a:headEnd type="none" w="sm" len="sm"/>
              <a:tailEnd type="none" w="sm" len="sm"/>
            </a:ln>
          </p:spPr>
          <p:txBody>
            <a:bodyPr>
              <a:spAutoFit/>
            </a:bodyPr>
            <a:lstStyle/>
            <a:p>
              <a:pPr eaLnBrk="0" hangingPunct="0">
                <a:spcBef>
                  <a:spcPct val="50000"/>
                </a:spcBef>
                <a:buClr>
                  <a:schemeClr val="tx2"/>
                </a:buClr>
                <a:buSzPct val="75000"/>
                <a:buFont typeface="Monotype Sorts" pitchFamily="2" charset="2"/>
                <a:buNone/>
              </a:pPr>
              <a:r>
                <a:rPr lang="en-US" altLang="zh-CN" sz="2400" b="1"/>
                <a:t>data</a:t>
              </a:r>
              <a:endParaRPr lang="en-US" altLang="zh-CN" b="1"/>
            </a:p>
          </p:txBody>
        </p:sp>
        <p:sp>
          <p:nvSpPr>
            <p:cNvPr id="20490" name="Text Box 64"/>
            <p:cNvSpPr txBox="1">
              <a:spLocks noChangeArrowheads="1"/>
            </p:cNvSpPr>
            <p:nvPr/>
          </p:nvSpPr>
          <p:spPr bwMode="auto">
            <a:xfrm>
              <a:off x="4847" y="3792"/>
              <a:ext cx="624" cy="291"/>
            </a:xfrm>
            <a:prstGeom prst="rect">
              <a:avLst/>
            </a:prstGeom>
            <a:noFill/>
            <a:ln w="31750">
              <a:noFill/>
              <a:miter lim="800000"/>
              <a:headEnd type="none" w="sm" len="sm"/>
              <a:tailEnd type="none" w="sm" len="sm"/>
            </a:ln>
          </p:spPr>
          <p:txBody>
            <a:bodyPr>
              <a:spAutoFit/>
            </a:bodyPr>
            <a:lstStyle/>
            <a:p>
              <a:pPr eaLnBrk="0" hangingPunct="0">
                <a:spcBef>
                  <a:spcPct val="50000"/>
                </a:spcBef>
                <a:buClr>
                  <a:schemeClr val="tx2"/>
                </a:buClr>
                <a:buSzPct val="75000"/>
                <a:buFont typeface="Monotype Sorts" pitchFamily="2" charset="2"/>
                <a:buNone/>
              </a:pPr>
              <a:r>
                <a:rPr lang="en-US" altLang="zh-CN" sz="2400" b="1"/>
                <a:t>pointer</a:t>
              </a:r>
              <a:endParaRPr lang="en-US" altLang="zh-CN" b="1"/>
            </a:p>
          </p:txBody>
        </p:sp>
        <p:sp>
          <p:nvSpPr>
            <p:cNvPr id="20491" name="Rectangle 65"/>
            <p:cNvSpPr>
              <a:spLocks noChangeArrowheads="1"/>
            </p:cNvSpPr>
            <p:nvPr/>
          </p:nvSpPr>
          <p:spPr bwMode="auto">
            <a:xfrm>
              <a:off x="3504" y="3168"/>
              <a:ext cx="2112" cy="1008"/>
            </a:xfrm>
            <a:prstGeom prst="rect">
              <a:avLst/>
            </a:prstGeom>
            <a:noFill/>
            <a:ln w="31750">
              <a:solidFill>
                <a:schemeClr val="folHlink"/>
              </a:solidFill>
              <a:miter lim="800000"/>
              <a:headEnd type="none" w="sm" len="sm"/>
              <a:tailEnd type="none" w="sm" len="sm"/>
            </a:ln>
          </p:spPr>
          <p:txBody>
            <a:bodyPr wrap="none" anchor="ctr"/>
            <a:lstStyle/>
            <a:p>
              <a:endParaRPr lang="en-US"/>
            </a:p>
          </p:txBody>
        </p:sp>
        <p:sp>
          <p:nvSpPr>
            <p:cNvPr id="20492" name="Text Box 66"/>
            <p:cNvSpPr txBox="1">
              <a:spLocks noChangeArrowheads="1"/>
            </p:cNvSpPr>
            <p:nvPr/>
          </p:nvSpPr>
          <p:spPr bwMode="auto">
            <a:xfrm>
              <a:off x="3552" y="3225"/>
              <a:ext cx="528" cy="330"/>
            </a:xfrm>
            <a:prstGeom prst="rect">
              <a:avLst/>
            </a:prstGeom>
            <a:noFill/>
            <a:ln w="31750">
              <a:noFill/>
              <a:miter lim="800000"/>
              <a:headEnd type="none" w="sm" len="sm"/>
              <a:tailEnd type="none" w="sm" len="sm"/>
            </a:ln>
          </p:spPr>
          <p:txBody>
            <a:bodyPr>
              <a:spAutoFit/>
            </a:bodyPr>
            <a:lstStyle/>
            <a:p>
              <a:pPr eaLnBrk="0" hangingPunct="0">
                <a:spcBef>
                  <a:spcPct val="50000"/>
                </a:spcBef>
                <a:buClr>
                  <a:schemeClr val="tx2"/>
                </a:buClr>
                <a:buSzPct val="75000"/>
                <a:buFont typeface="Monotype Sorts" pitchFamily="2" charset="2"/>
                <a:buNone/>
              </a:pPr>
              <a:r>
                <a:rPr lang="en-US" altLang="zh-CN" sz="2800" b="1">
                  <a:latin typeface="Maiandra GD" pitchFamily="34" charset="0"/>
                </a:rPr>
                <a:t>node</a:t>
              </a:r>
              <a:endParaRPr lang="en-US" altLang="zh-CN" sz="2000" b="1">
                <a:latin typeface="Maiandra GD" pitchFamily="34" charset="0"/>
              </a:endParaRPr>
            </a:p>
          </p:txBody>
        </p:sp>
        <p:sp>
          <p:nvSpPr>
            <p:cNvPr id="20493" name="Line 67"/>
            <p:cNvSpPr>
              <a:spLocks noChangeShapeType="1"/>
            </p:cNvSpPr>
            <p:nvPr/>
          </p:nvSpPr>
          <p:spPr bwMode="auto">
            <a:xfrm flipV="1">
              <a:off x="5136" y="3600"/>
              <a:ext cx="576" cy="0"/>
            </a:xfrm>
            <a:prstGeom prst="line">
              <a:avLst/>
            </a:prstGeom>
            <a:noFill/>
            <a:ln w="28575">
              <a:solidFill>
                <a:schemeClr val="tx1"/>
              </a:solidFill>
              <a:round/>
              <a:headEnd type="oval" w="med" len="med"/>
              <a:tailEnd type="triangle" w="med" len="med"/>
            </a:ln>
          </p:spPr>
          <p:txBody>
            <a:bodyPr wrap="none"/>
            <a:lstStyle/>
            <a:p>
              <a:endParaRPr lang="en-US"/>
            </a:p>
          </p:txBody>
        </p:sp>
      </p:grpSp>
      <p:sp>
        <p:nvSpPr>
          <p:cNvPr id="20486" name="Rectangle 68"/>
          <p:cNvSpPr>
            <a:spLocks noChangeArrowheads="1"/>
          </p:cNvSpPr>
          <p:nvPr/>
        </p:nvSpPr>
        <p:spPr bwMode="auto">
          <a:xfrm>
            <a:off x="304800" y="4191000"/>
            <a:ext cx="8382000" cy="2227263"/>
          </a:xfrm>
          <a:prstGeom prst="rect">
            <a:avLst/>
          </a:prstGeom>
          <a:noFill/>
          <a:ln w="9525">
            <a:noFill/>
            <a:miter lim="800000"/>
            <a:headEnd/>
            <a:tailEnd/>
          </a:ln>
        </p:spPr>
        <p:txBody>
          <a:bodyPr>
            <a:spAutoFit/>
          </a:bodyPr>
          <a:lstStyle/>
          <a:p>
            <a:pPr>
              <a:buFontTx/>
              <a:buChar char="•"/>
            </a:pPr>
            <a:r>
              <a:rPr lang="en-US" altLang="zh-CN" sz="2800" b="1" dirty="0">
                <a:latin typeface="Maiandra GD" pitchFamily="34" charset="0"/>
              </a:rPr>
              <a:t> Start (Head)</a:t>
            </a:r>
            <a:r>
              <a:rPr lang="en-US" altLang="zh-CN" sz="2800" dirty="0">
                <a:latin typeface="Maiandra GD" pitchFamily="34" charset="0"/>
              </a:rPr>
              <a:t>: Special pointer that points to the first</a:t>
            </a:r>
          </a:p>
          <a:p>
            <a:r>
              <a:rPr lang="en-US" altLang="zh-CN" sz="2800" dirty="0">
                <a:latin typeface="Maiandra GD" pitchFamily="34" charset="0"/>
              </a:rPr>
              <a:t>                         node of a linked list, so that we can 		      keep track of the linked list.</a:t>
            </a:r>
          </a:p>
          <a:p>
            <a:pPr>
              <a:buFontTx/>
              <a:buChar char="•"/>
            </a:pPr>
            <a:r>
              <a:rPr lang="en-US" altLang="zh-CN" sz="2800" dirty="0">
                <a:latin typeface="Maiandra GD" pitchFamily="34" charset="0"/>
              </a:rPr>
              <a:t>The last node should point to </a:t>
            </a:r>
            <a:r>
              <a:rPr lang="en-US" altLang="zh-CN" sz="2800" b="1" dirty="0">
                <a:latin typeface="Maiandra GD" pitchFamily="34" charset="0"/>
              </a:rPr>
              <a:t>NULL </a:t>
            </a:r>
            <a:r>
              <a:rPr lang="en-US" altLang="zh-CN" sz="2800" dirty="0">
                <a:latin typeface="Maiandra GD" pitchFamily="34" charset="0"/>
              </a:rPr>
              <a:t>to show </a:t>
            </a:r>
            <a:r>
              <a:rPr lang="en-US" sz="2800" dirty="0">
                <a:latin typeface="Maiandra GD" pitchFamily="34" charset="0"/>
              </a:rPr>
              <a:t>that</a:t>
            </a:r>
          </a:p>
          <a:p>
            <a:r>
              <a:rPr lang="en-US" sz="2800" dirty="0">
                <a:latin typeface="Maiandra GD" pitchFamily="34" charset="0"/>
              </a:rPr>
              <a:t> it is the last link in the chain (in the linked list). </a:t>
            </a:r>
            <a:r>
              <a:rPr lang="en-US" altLang="zh-CN" sz="2800" dirty="0">
                <a:latin typeface="Maiandra GD" pitchFamily="34" charset="0"/>
              </a:rPr>
              <a:t> </a:t>
            </a:r>
            <a:endParaRPr lang="en-US" sz="2800" dirty="0">
              <a:latin typeface="Maiandra GD"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6"/>
          <p:cNvSpPr>
            <a:spLocks noGrp="1"/>
          </p:cNvSpPr>
          <p:nvPr>
            <p:ph type="title"/>
          </p:nvPr>
        </p:nvSpPr>
        <p:spPr>
          <a:xfrm>
            <a:off x="628650" y="609600"/>
            <a:ext cx="7886700" cy="685800"/>
          </a:xfrm>
        </p:spPr>
        <p:txBody>
          <a:bodyPr/>
          <a:lstStyle/>
          <a:p>
            <a:r>
              <a:rPr lang="en-US" sz="3600" b="1">
                <a:latin typeface="Maiandra GD" pitchFamily="34" charset="0"/>
              </a:rPr>
              <a:t>Types of Lists</a:t>
            </a:r>
          </a:p>
        </p:txBody>
      </p:sp>
      <p:sp>
        <p:nvSpPr>
          <p:cNvPr id="21507" name="Content Placeholder 10"/>
          <p:cNvSpPr>
            <a:spLocks noGrp="1"/>
          </p:cNvSpPr>
          <p:nvPr>
            <p:ph idx="1"/>
          </p:nvPr>
        </p:nvSpPr>
        <p:spPr>
          <a:xfrm>
            <a:off x="628650" y="1447800"/>
            <a:ext cx="7886700" cy="4729163"/>
          </a:xfrm>
        </p:spPr>
        <p:txBody>
          <a:bodyPr/>
          <a:lstStyle/>
          <a:p>
            <a:pPr>
              <a:buFont typeface="Arial" pitchFamily="34" charset="0"/>
              <a:buNone/>
            </a:pPr>
            <a:r>
              <a:rPr lang="en-US" sz="2800">
                <a:latin typeface="Maiandra GD" pitchFamily="34" charset="0"/>
              </a:rPr>
              <a:t>There are two basic types of linked list</a:t>
            </a:r>
          </a:p>
          <a:p>
            <a:endParaRPr lang="en-US" sz="3600">
              <a:latin typeface="Maiandra GD" pitchFamily="34" charset="0"/>
            </a:endParaRPr>
          </a:p>
          <a:p>
            <a:r>
              <a:rPr lang="en-US" sz="2800">
                <a:latin typeface="Maiandra GD" pitchFamily="34" charset="0"/>
              </a:rPr>
              <a:t>Singly Linked list</a:t>
            </a:r>
          </a:p>
          <a:p>
            <a:endParaRPr lang="en-US" sz="2800">
              <a:latin typeface="Maiandra GD" pitchFamily="34" charset="0"/>
            </a:endParaRPr>
          </a:p>
          <a:p>
            <a:r>
              <a:rPr lang="en-US" sz="2800">
                <a:latin typeface="Maiandra GD" pitchFamily="34" charset="0"/>
              </a:rPr>
              <a:t>Doubly linked list</a:t>
            </a:r>
          </a:p>
        </p:txBody>
      </p:sp>
      <p:sp>
        <p:nvSpPr>
          <p:cNvPr id="21508" name="Picture 3" descr="Figure 17-1"/>
          <p:cNvSpPr>
            <a:spLocks noChangeAspect="1" noChangeArrowheads="1"/>
          </p:cNvSpPr>
          <p:nvPr/>
        </p:nvSpPr>
        <p:spPr bwMode="auto">
          <a:xfrm>
            <a:off x="4800600" y="2362200"/>
            <a:ext cx="2230438" cy="752475"/>
          </a:xfrm>
          <a:prstGeom prst="rect">
            <a:avLst/>
          </a:prstGeom>
          <a:noFill/>
          <a:ln w="9525">
            <a:noFill/>
            <a:miter lim="800000"/>
            <a:headEnd/>
            <a:tailEnd/>
          </a:ln>
        </p:spPr>
        <p:txBody>
          <a:bodyPr/>
          <a:lstStyle/>
          <a:p>
            <a:endParaRPr lang="en-US"/>
          </a:p>
        </p:txBody>
      </p:sp>
      <p:grpSp>
        <p:nvGrpSpPr>
          <p:cNvPr id="21509" name="Group 11"/>
          <p:cNvGrpSpPr>
            <a:grpSpLocks/>
          </p:cNvGrpSpPr>
          <p:nvPr/>
        </p:nvGrpSpPr>
        <p:grpSpPr bwMode="auto">
          <a:xfrm>
            <a:off x="4267200" y="3505200"/>
            <a:ext cx="3119438" cy="752475"/>
            <a:chOff x="5290614" y="5105400"/>
            <a:chExt cx="3119961" cy="752475"/>
          </a:xfrm>
        </p:grpSpPr>
        <p:sp>
          <p:nvSpPr>
            <p:cNvPr id="21511" name="Picture 4" descr="Figure 17-1"/>
            <p:cNvSpPr>
              <a:spLocks noChangeAspect="1" noChangeArrowheads="1"/>
            </p:cNvSpPr>
            <p:nvPr/>
          </p:nvSpPr>
          <p:spPr bwMode="auto">
            <a:xfrm>
              <a:off x="6324600" y="5105400"/>
              <a:ext cx="2085975" cy="752475"/>
            </a:xfrm>
            <a:prstGeom prst="rect">
              <a:avLst/>
            </a:prstGeom>
            <a:noFill/>
            <a:ln w="9525">
              <a:noFill/>
              <a:miter lim="800000"/>
              <a:headEnd/>
              <a:tailEnd/>
            </a:ln>
          </p:spPr>
          <p:txBody>
            <a:bodyPr/>
            <a:lstStyle/>
            <a:p>
              <a:endParaRPr lang="en-US"/>
            </a:p>
          </p:txBody>
        </p:sp>
        <p:sp>
          <p:nvSpPr>
            <p:cNvPr id="2" name="Rectangle 1"/>
            <p:cNvSpPr/>
            <p:nvPr/>
          </p:nvSpPr>
          <p:spPr>
            <a:xfrm>
              <a:off x="5790761" y="5105400"/>
              <a:ext cx="568420" cy="752475"/>
            </a:xfrm>
            <a:prstGeom prst="rect">
              <a:avLst/>
            </a:prstGeom>
            <a:solidFill>
              <a:schemeClr val="bg1">
                <a:lumMod val="75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Oval 2"/>
            <p:cNvSpPr/>
            <p:nvPr/>
          </p:nvSpPr>
          <p:spPr>
            <a:xfrm>
              <a:off x="6124192" y="5481638"/>
              <a:ext cx="47633" cy="4603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8" name="Straight Arrow Connector 7"/>
            <p:cNvCxnSpPr>
              <a:cxnSpLocks/>
              <a:stCxn id="3" idx="6"/>
            </p:cNvCxnSpPr>
            <p:nvPr/>
          </p:nvCxnSpPr>
          <p:spPr>
            <a:xfrm flipH="1" flipV="1">
              <a:off x="5290614" y="5499100"/>
              <a:ext cx="881211" cy="476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3" name="Slide Number Placeholder 12"/>
          <p:cNvSpPr>
            <a:spLocks noGrp="1"/>
          </p:cNvSpPr>
          <p:nvPr>
            <p:ph type="sldNum" sz="quarter" idx="12"/>
          </p:nvPr>
        </p:nvSpPr>
        <p:spPr/>
        <p:txBody>
          <a:bodyPr/>
          <a:lstStyle/>
          <a:p>
            <a:pPr>
              <a:defRPr/>
            </a:pPr>
            <a:fld id="{ECC8E644-418E-488B-A4D0-23862E7A5BC7}"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81000" y="304800"/>
            <a:ext cx="8134350" cy="685800"/>
          </a:xfrm>
        </p:spPr>
        <p:txBody>
          <a:bodyPr/>
          <a:lstStyle/>
          <a:p>
            <a:r>
              <a:rPr lang="en-US" sz="3600" b="1">
                <a:latin typeface="Maiandra GD" pitchFamily="34" charset="0"/>
              </a:rPr>
              <a:t>Singly Linked List</a:t>
            </a:r>
          </a:p>
        </p:txBody>
      </p:sp>
      <p:sp>
        <p:nvSpPr>
          <p:cNvPr id="22531" name="Content Placeholder 2"/>
          <p:cNvSpPr>
            <a:spLocks noGrp="1"/>
          </p:cNvSpPr>
          <p:nvPr>
            <p:ph idx="1"/>
          </p:nvPr>
        </p:nvSpPr>
        <p:spPr>
          <a:xfrm>
            <a:off x="304800" y="1066800"/>
            <a:ext cx="8610600" cy="4881563"/>
          </a:xfrm>
        </p:spPr>
        <p:txBody>
          <a:bodyPr/>
          <a:lstStyle/>
          <a:p>
            <a:pPr algn="just"/>
            <a:r>
              <a:rPr lang="en-US" sz="2800">
                <a:latin typeface="Maiandra GD" pitchFamily="34" charset="0"/>
              </a:rPr>
              <a:t>Each node has only one link part.</a:t>
            </a:r>
          </a:p>
          <a:p>
            <a:pPr algn="just">
              <a:buFont typeface="Arial" pitchFamily="34" charset="0"/>
              <a:buNone/>
            </a:pPr>
            <a:endParaRPr lang="en-US" sz="2800">
              <a:latin typeface="Maiandra GD" pitchFamily="34" charset="0"/>
            </a:endParaRPr>
          </a:p>
          <a:p>
            <a:pPr algn="just"/>
            <a:r>
              <a:rPr lang="en-US" sz="2800">
                <a:latin typeface="Maiandra GD" pitchFamily="34" charset="0"/>
              </a:rPr>
              <a:t>Each link part contains the address of the next node in the list.</a:t>
            </a:r>
          </a:p>
          <a:p>
            <a:pPr algn="just">
              <a:buFont typeface="Arial" pitchFamily="34" charset="0"/>
              <a:buNone/>
            </a:pPr>
            <a:endParaRPr lang="en-US" sz="2800">
              <a:latin typeface="Maiandra GD" pitchFamily="34" charset="0"/>
            </a:endParaRPr>
          </a:p>
          <a:p>
            <a:pPr algn="just"/>
            <a:r>
              <a:rPr lang="en-US" sz="2800">
                <a:latin typeface="Maiandra GD" pitchFamily="34" charset="0"/>
              </a:rPr>
              <a:t>Link part of the last node contains NULL value (special value) which signifies the end of the node.</a:t>
            </a:r>
          </a:p>
        </p:txBody>
      </p:sp>
      <p:sp>
        <p:nvSpPr>
          <p:cNvPr id="4" name="Slide Number Placeholder 3"/>
          <p:cNvSpPr>
            <a:spLocks noGrp="1"/>
          </p:cNvSpPr>
          <p:nvPr>
            <p:ph type="sldNum" sz="quarter" idx="12"/>
          </p:nvPr>
        </p:nvSpPr>
        <p:spPr/>
        <p:txBody>
          <a:bodyPr/>
          <a:lstStyle/>
          <a:p>
            <a:pPr>
              <a:defRPr/>
            </a:pPr>
            <a:fld id="{97C5B45B-BAD5-4321-8DDC-5A6A4D4D1400}"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304800"/>
            <a:ext cx="8229600" cy="666750"/>
          </a:xfrm>
        </p:spPr>
        <p:txBody>
          <a:bodyPr/>
          <a:lstStyle/>
          <a:p>
            <a:r>
              <a:rPr lang="en-US" sz="3600" b="1">
                <a:latin typeface="Maiandra GD" pitchFamily="34" charset="0"/>
              </a:rPr>
              <a:t>Schematic Representation</a:t>
            </a:r>
          </a:p>
        </p:txBody>
      </p:sp>
      <p:sp>
        <p:nvSpPr>
          <p:cNvPr id="4" name="Rectangle 3"/>
          <p:cNvSpPr txBox="1">
            <a:spLocks noChangeArrowheads="1"/>
          </p:cNvSpPr>
          <p:nvPr/>
        </p:nvSpPr>
        <p:spPr>
          <a:xfrm>
            <a:off x="228600" y="1219200"/>
            <a:ext cx="8574088" cy="714375"/>
          </a:xfrm>
          <a:prstGeom prst="rect">
            <a:avLst/>
          </a:prstGeom>
        </p:spPr>
        <p:txBody>
          <a:bodyPr>
            <a:normAutofit/>
          </a:bodyPr>
          <a:lstStyle/>
          <a:p>
            <a:pPr marL="274320" indent="-274320" fontAlgn="auto">
              <a:spcBef>
                <a:spcPct val="20000"/>
              </a:spcBef>
              <a:spcAft>
                <a:spcPts val="0"/>
              </a:spcAft>
              <a:buClr>
                <a:schemeClr val="accent3"/>
              </a:buClr>
              <a:buSzPct val="95000"/>
              <a:buFont typeface="Wingdings 2"/>
              <a:buChar char=""/>
              <a:defRPr/>
            </a:pPr>
            <a:r>
              <a:rPr lang="en-US" sz="2800" dirty="0">
                <a:latin typeface="Maiandra GD" pitchFamily="34" charset="0"/>
              </a:rPr>
              <a:t>Here is a </a:t>
            </a:r>
            <a:r>
              <a:rPr lang="en-US" sz="2800" dirty="0">
                <a:solidFill>
                  <a:srgbClr val="FF0000"/>
                </a:solidFill>
                <a:latin typeface="Maiandra GD" pitchFamily="34" charset="0"/>
              </a:rPr>
              <a:t>singly-linked list (SLL)</a:t>
            </a:r>
            <a:r>
              <a:rPr lang="en-US" sz="2800" dirty="0">
                <a:latin typeface="Maiandra GD" pitchFamily="34" charset="0"/>
              </a:rPr>
              <a:t>:</a:t>
            </a:r>
          </a:p>
        </p:txBody>
      </p:sp>
      <p:grpSp>
        <p:nvGrpSpPr>
          <p:cNvPr id="23556" name="Group 41"/>
          <p:cNvGrpSpPr>
            <a:grpSpLocks/>
          </p:cNvGrpSpPr>
          <p:nvPr/>
        </p:nvGrpSpPr>
        <p:grpSpPr bwMode="auto">
          <a:xfrm>
            <a:off x="676275" y="2057400"/>
            <a:ext cx="7781925" cy="1447800"/>
            <a:chOff x="698" y="1536"/>
            <a:chExt cx="4630" cy="672"/>
          </a:xfrm>
        </p:grpSpPr>
        <p:grpSp>
          <p:nvGrpSpPr>
            <p:cNvPr id="23559" name="Group 5"/>
            <p:cNvGrpSpPr>
              <a:grpSpLocks/>
            </p:cNvGrpSpPr>
            <p:nvPr/>
          </p:nvGrpSpPr>
          <p:grpSpPr bwMode="auto">
            <a:xfrm>
              <a:off x="1728" y="1961"/>
              <a:ext cx="3600" cy="246"/>
              <a:chOff x="1056" y="2011"/>
              <a:chExt cx="3600" cy="246"/>
            </a:xfrm>
          </p:grpSpPr>
          <p:grpSp>
            <p:nvGrpSpPr>
              <p:cNvPr id="23583" name="Group 6"/>
              <p:cNvGrpSpPr>
                <a:grpSpLocks/>
              </p:cNvGrpSpPr>
              <p:nvPr/>
            </p:nvGrpSpPr>
            <p:grpSpPr bwMode="auto">
              <a:xfrm>
                <a:off x="1056" y="2011"/>
                <a:ext cx="577" cy="243"/>
                <a:chOff x="863" y="1536"/>
                <a:chExt cx="577" cy="243"/>
              </a:xfrm>
            </p:grpSpPr>
            <p:sp>
              <p:nvSpPr>
                <p:cNvPr id="23593" name="Rectangle 7"/>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23594" name="Rectangle 8"/>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23584" name="Group 9"/>
              <p:cNvGrpSpPr>
                <a:grpSpLocks/>
              </p:cNvGrpSpPr>
              <p:nvPr/>
            </p:nvGrpSpPr>
            <p:grpSpPr bwMode="auto">
              <a:xfrm>
                <a:off x="2063" y="2014"/>
                <a:ext cx="577" cy="243"/>
                <a:chOff x="863" y="1536"/>
                <a:chExt cx="577" cy="243"/>
              </a:xfrm>
            </p:grpSpPr>
            <p:sp>
              <p:nvSpPr>
                <p:cNvPr id="23591" name="Rectangle 10"/>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23592" name="Rectangle 11"/>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23585" name="Group 12"/>
              <p:cNvGrpSpPr>
                <a:grpSpLocks/>
              </p:cNvGrpSpPr>
              <p:nvPr/>
            </p:nvGrpSpPr>
            <p:grpSpPr bwMode="auto">
              <a:xfrm>
                <a:off x="3071" y="2014"/>
                <a:ext cx="577" cy="243"/>
                <a:chOff x="863" y="1536"/>
                <a:chExt cx="577" cy="243"/>
              </a:xfrm>
            </p:grpSpPr>
            <p:sp>
              <p:nvSpPr>
                <p:cNvPr id="23589" name="Rectangle 13"/>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23590" name="Rectangle 14"/>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23586" name="Group 15"/>
              <p:cNvGrpSpPr>
                <a:grpSpLocks/>
              </p:cNvGrpSpPr>
              <p:nvPr/>
            </p:nvGrpSpPr>
            <p:grpSpPr bwMode="auto">
              <a:xfrm>
                <a:off x="4079" y="2014"/>
                <a:ext cx="577" cy="243"/>
                <a:chOff x="863" y="1536"/>
                <a:chExt cx="577" cy="243"/>
              </a:xfrm>
            </p:grpSpPr>
            <p:sp>
              <p:nvSpPr>
                <p:cNvPr id="23587" name="Rectangle 16"/>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23588" name="Rectangle 17"/>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grpSp>
          <p:nvGrpSpPr>
            <p:cNvPr id="23560" name="Group 18"/>
            <p:cNvGrpSpPr>
              <a:grpSpLocks/>
            </p:cNvGrpSpPr>
            <p:nvPr/>
          </p:nvGrpSpPr>
          <p:grpSpPr bwMode="auto">
            <a:xfrm>
              <a:off x="1722" y="1955"/>
              <a:ext cx="3318" cy="253"/>
              <a:chOff x="1050" y="2291"/>
              <a:chExt cx="3318" cy="253"/>
            </a:xfrm>
          </p:grpSpPr>
          <p:sp>
            <p:nvSpPr>
              <p:cNvPr id="23579" name="Rectangle 19"/>
              <p:cNvSpPr>
                <a:spLocks noChangeArrowheads="1"/>
              </p:cNvSpPr>
              <p:nvPr/>
            </p:nvSpPr>
            <p:spPr bwMode="auto">
              <a:xfrm>
                <a:off x="1050" y="2291"/>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a</a:t>
                </a:r>
                <a:endParaRPr lang="en-US">
                  <a:latin typeface="Times New Roman" pitchFamily="18" charset="0"/>
                </a:endParaRPr>
              </a:p>
            </p:txBody>
          </p:sp>
          <p:sp>
            <p:nvSpPr>
              <p:cNvPr id="23580" name="Rectangle 20"/>
              <p:cNvSpPr>
                <a:spLocks noChangeArrowheads="1"/>
              </p:cNvSpPr>
              <p:nvPr/>
            </p:nvSpPr>
            <p:spPr bwMode="auto">
              <a:xfrm>
                <a:off x="2064"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b</a:t>
                </a:r>
                <a:endParaRPr lang="en-US">
                  <a:latin typeface="Times New Roman" pitchFamily="18" charset="0"/>
                </a:endParaRPr>
              </a:p>
            </p:txBody>
          </p:sp>
          <p:sp>
            <p:nvSpPr>
              <p:cNvPr id="23581" name="Rectangle 21"/>
              <p:cNvSpPr>
                <a:spLocks noChangeArrowheads="1"/>
              </p:cNvSpPr>
              <p:nvPr/>
            </p:nvSpPr>
            <p:spPr bwMode="auto">
              <a:xfrm>
                <a:off x="3072"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c</a:t>
                </a:r>
                <a:endParaRPr lang="en-US">
                  <a:latin typeface="Times New Roman" pitchFamily="18" charset="0"/>
                </a:endParaRPr>
              </a:p>
            </p:txBody>
          </p:sp>
          <p:sp>
            <p:nvSpPr>
              <p:cNvPr id="23582" name="Rectangle 22"/>
              <p:cNvSpPr>
                <a:spLocks noChangeArrowheads="1"/>
              </p:cNvSpPr>
              <p:nvPr/>
            </p:nvSpPr>
            <p:spPr bwMode="auto">
              <a:xfrm>
                <a:off x="4080"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d</a:t>
                </a:r>
                <a:endParaRPr lang="en-US">
                  <a:latin typeface="Times New Roman" pitchFamily="18" charset="0"/>
                </a:endParaRPr>
              </a:p>
            </p:txBody>
          </p:sp>
        </p:grpSp>
        <p:grpSp>
          <p:nvGrpSpPr>
            <p:cNvPr id="23561" name="Group 23"/>
            <p:cNvGrpSpPr>
              <a:grpSpLocks/>
            </p:cNvGrpSpPr>
            <p:nvPr/>
          </p:nvGrpSpPr>
          <p:grpSpPr bwMode="auto">
            <a:xfrm>
              <a:off x="2112" y="2014"/>
              <a:ext cx="2640" cy="96"/>
              <a:chOff x="1440" y="2064"/>
              <a:chExt cx="2640" cy="96"/>
            </a:xfrm>
          </p:grpSpPr>
          <p:grpSp>
            <p:nvGrpSpPr>
              <p:cNvPr id="23570" name="Group 24"/>
              <p:cNvGrpSpPr>
                <a:grpSpLocks/>
              </p:cNvGrpSpPr>
              <p:nvPr/>
            </p:nvGrpSpPr>
            <p:grpSpPr bwMode="auto">
              <a:xfrm>
                <a:off x="1440" y="2064"/>
                <a:ext cx="624" cy="96"/>
                <a:chOff x="1008" y="2304"/>
                <a:chExt cx="624" cy="96"/>
              </a:xfrm>
            </p:grpSpPr>
            <p:sp>
              <p:nvSpPr>
                <p:cNvPr id="23577" name="Oval 25"/>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3578" name="Line 26"/>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nvGrpSpPr>
              <p:cNvPr id="23571" name="Group 27"/>
              <p:cNvGrpSpPr>
                <a:grpSpLocks/>
              </p:cNvGrpSpPr>
              <p:nvPr/>
            </p:nvGrpSpPr>
            <p:grpSpPr bwMode="auto">
              <a:xfrm>
                <a:off x="2448" y="2064"/>
                <a:ext cx="624" cy="96"/>
                <a:chOff x="1008" y="2304"/>
                <a:chExt cx="624" cy="96"/>
              </a:xfrm>
            </p:grpSpPr>
            <p:sp>
              <p:nvSpPr>
                <p:cNvPr id="23575" name="Oval 28"/>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3576" name="Line 29"/>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nvGrpSpPr>
              <p:cNvPr id="23572" name="Group 30"/>
              <p:cNvGrpSpPr>
                <a:grpSpLocks/>
              </p:cNvGrpSpPr>
              <p:nvPr/>
            </p:nvGrpSpPr>
            <p:grpSpPr bwMode="auto">
              <a:xfrm>
                <a:off x="3456" y="2064"/>
                <a:ext cx="624" cy="96"/>
                <a:chOff x="1008" y="2304"/>
                <a:chExt cx="624" cy="96"/>
              </a:xfrm>
            </p:grpSpPr>
            <p:sp>
              <p:nvSpPr>
                <p:cNvPr id="23573" name="Oval 31"/>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3574" name="Line 32"/>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sp>
          <p:nvSpPr>
            <p:cNvPr id="23562" name="Oval 33"/>
            <p:cNvSpPr>
              <a:spLocks noChangeArrowheads="1"/>
            </p:cNvSpPr>
            <p:nvPr/>
          </p:nvSpPr>
          <p:spPr bwMode="auto">
            <a:xfrm>
              <a:off x="5136" y="2016"/>
              <a:ext cx="96" cy="96"/>
            </a:xfrm>
            <a:prstGeom prst="ellipse">
              <a:avLst/>
            </a:prstGeom>
            <a:solidFill>
              <a:schemeClr val="tx1"/>
            </a:solidFill>
            <a:ln w="12700">
              <a:solidFill>
                <a:schemeClr val="tx1"/>
              </a:solidFill>
              <a:round/>
              <a:headEnd/>
              <a:tailEnd/>
            </a:ln>
          </p:spPr>
          <p:txBody>
            <a:bodyPr wrap="none" anchor="ctr"/>
            <a:lstStyle/>
            <a:p>
              <a:endParaRPr lang="en-US"/>
            </a:p>
          </p:txBody>
        </p:sp>
        <p:grpSp>
          <p:nvGrpSpPr>
            <p:cNvPr id="23563" name="Group 34"/>
            <p:cNvGrpSpPr>
              <a:grpSpLocks/>
            </p:cNvGrpSpPr>
            <p:nvPr/>
          </p:nvGrpSpPr>
          <p:grpSpPr bwMode="auto">
            <a:xfrm>
              <a:off x="698" y="1536"/>
              <a:ext cx="1017" cy="478"/>
              <a:chOff x="458" y="1920"/>
              <a:chExt cx="1017" cy="478"/>
            </a:xfrm>
          </p:grpSpPr>
          <p:grpSp>
            <p:nvGrpSpPr>
              <p:cNvPr id="23564" name="Group 35"/>
              <p:cNvGrpSpPr>
                <a:grpSpLocks/>
              </p:cNvGrpSpPr>
              <p:nvPr/>
            </p:nvGrpSpPr>
            <p:grpSpPr bwMode="auto">
              <a:xfrm>
                <a:off x="960" y="1920"/>
                <a:ext cx="515" cy="478"/>
                <a:chOff x="432" y="2352"/>
                <a:chExt cx="515" cy="478"/>
              </a:xfrm>
            </p:grpSpPr>
            <p:grpSp>
              <p:nvGrpSpPr>
                <p:cNvPr id="23566" name="Group 36"/>
                <p:cNvGrpSpPr>
                  <a:grpSpLocks/>
                </p:cNvGrpSpPr>
                <p:nvPr/>
              </p:nvGrpSpPr>
              <p:grpSpPr bwMode="auto">
                <a:xfrm>
                  <a:off x="432" y="2352"/>
                  <a:ext cx="288" cy="240"/>
                  <a:chOff x="960" y="1584"/>
                  <a:chExt cx="288" cy="240"/>
                </a:xfrm>
              </p:grpSpPr>
              <p:sp>
                <p:nvSpPr>
                  <p:cNvPr id="23568" name="Oval 37"/>
                  <p:cNvSpPr>
                    <a:spLocks noChangeArrowheads="1"/>
                  </p:cNvSpPr>
                  <p:nvPr/>
                </p:nvSpPr>
                <p:spPr bwMode="auto">
                  <a:xfrm>
                    <a:off x="1056" y="1632"/>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3569" name="Rectangle 38"/>
                  <p:cNvSpPr>
                    <a:spLocks noChangeArrowheads="1"/>
                  </p:cNvSpPr>
                  <p:nvPr/>
                </p:nvSpPr>
                <p:spPr bwMode="auto">
                  <a:xfrm>
                    <a:off x="960" y="1584"/>
                    <a:ext cx="288" cy="240"/>
                  </a:xfrm>
                  <a:prstGeom prst="rect">
                    <a:avLst/>
                  </a:prstGeom>
                  <a:noFill/>
                  <a:ln w="12700">
                    <a:solidFill>
                      <a:schemeClr val="tx1"/>
                    </a:solidFill>
                    <a:miter lim="800000"/>
                    <a:headEnd/>
                    <a:tailEnd/>
                  </a:ln>
                </p:spPr>
                <p:txBody>
                  <a:bodyPr wrap="none" anchor="ctr"/>
                  <a:lstStyle/>
                  <a:p>
                    <a:endParaRPr lang="en-US"/>
                  </a:p>
                </p:txBody>
              </p:sp>
            </p:grpSp>
            <p:sp>
              <p:nvSpPr>
                <p:cNvPr id="23567" name="Line 39"/>
                <p:cNvSpPr>
                  <a:spLocks noChangeShapeType="1"/>
                </p:cNvSpPr>
                <p:nvPr/>
              </p:nvSpPr>
              <p:spPr bwMode="auto">
                <a:xfrm>
                  <a:off x="576" y="2448"/>
                  <a:ext cx="371" cy="382"/>
                </a:xfrm>
                <a:prstGeom prst="line">
                  <a:avLst/>
                </a:prstGeom>
                <a:noFill/>
                <a:ln w="28575">
                  <a:solidFill>
                    <a:schemeClr val="tx1"/>
                  </a:solidFill>
                  <a:round/>
                  <a:headEnd/>
                  <a:tailEnd type="triangle" w="med" len="med"/>
                </a:ln>
              </p:spPr>
              <p:txBody>
                <a:bodyPr wrap="none" anchor="ctr"/>
                <a:lstStyle/>
                <a:p>
                  <a:endParaRPr lang="en-US"/>
                </a:p>
              </p:txBody>
            </p:sp>
          </p:grpSp>
          <p:sp>
            <p:nvSpPr>
              <p:cNvPr id="23565" name="Text Box 40"/>
              <p:cNvSpPr txBox="1">
                <a:spLocks noChangeArrowheads="1"/>
              </p:cNvSpPr>
              <p:nvPr/>
            </p:nvSpPr>
            <p:spPr bwMode="auto">
              <a:xfrm>
                <a:off x="458" y="1927"/>
                <a:ext cx="816" cy="233"/>
              </a:xfrm>
              <a:prstGeom prst="rect">
                <a:avLst/>
              </a:prstGeom>
              <a:noFill/>
              <a:ln w="9525">
                <a:noFill/>
                <a:miter lim="800000"/>
                <a:headEnd/>
                <a:tailEnd/>
              </a:ln>
            </p:spPr>
            <p:txBody>
              <a:bodyPr>
                <a:spAutoFit/>
              </a:bodyPr>
              <a:lstStyle/>
              <a:p>
                <a:pPr>
                  <a:spcBef>
                    <a:spcPct val="50000"/>
                  </a:spcBef>
                </a:pPr>
                <a:r>
                  <a:rPr lang="en-US">
                    <a:solidFill>
                      <a:srgbClr val="FF0000"/>
                    </a:solidFill>
                    <a:latin typeface="Consolas" pitchFamily="49" charset="0"/>
                  </a:rPr>
                  <a:t>start</a:t>
                </a:r>
                <a:endParaRPr lang="en-US">
                  <a:solidFill>
                    <a:srgbClr val="FF0000"/>
                  </a:solidFill>
                  <a:latin typeface="Times New Roman" pitchFamily="18" charset="0"/>
                </a:endParaRPr>
              </a:p>
            </p:txBody>
          </p:sp>
        </p:grpSp>
      </p:grpSp>
      <p:sp>
        <p:nvSpPr>
          <p:cNvPr id="42" name="TextBox 41"/>
          <p:cNvSpPr txBox="1"/>
          <p:nvPr/>
        </p:nvSpPr>
        <p:spPr>
          <a:xfrm>
            <a:off x="228600" y="3810000"/>
            <a:ext cx="8686800" cy="2246313"/>
          </a:xfrm>
          <a:prstGeom prst="rect">
            <a:avLst/>
          </a:prstGeom>
          <a:noFill/>
        </p:spPr>
        <p:txBody>
          <a:bodyPr>
            <a:spAutoFit/>
          </a:bodyPr>
          <a:lstStyle/>
          <a:p>
            <a:pPr marL="342900" indent="-342900" algn="just">
              <a:buFont typeface="Arial" panose="020B0604020202020204" pitchFamily="34" charset="0"/>
              <a:buChar char="•"/>
              <a:defRPr/>
            </a:pPr>
            <a:r>
              <a:rPr lang="en-US" sz="2800" dirty="0">
                <a:latin typeface="Maiandra GD" pitchFamily="34" charset="0"/>
              </a:rPr>
              <a:t>Each node contains a value(data) and a pointer to the next node in the list.</a:t>
            </a:r>
          </a:p>
          <a:p>
            <a:pPr algn="just">
              <a:buFont typeface="Arial" pitchFamily="34" charset="0"/>
              <a:buChar char="•"/>
              <a:defRPr/>
            </a:pPr>
            <a:endParaRPr lang="en-US" sz="2800" dirty="0">
              <a:solidFill>
                <a:schemeClr val="bg2">
                  <a:lumMod val="50000"/>
                </a:schemeClr>
              </a:solidFill>
              <a:latin typeface="Maiandra GD" pitchFamily="34" charset="0"/>
            </a:endParaRPr>
          </a:p>
          <a:p>
            <a:pPr marL="342900" indent="-342900" algn="just">
              <a:buFont typeface="Arial" panose="020B0604020202020204" pitchFamily="34" charset="0"/>
              <a:buChar char="•"/>
              <a:defRPr/>
            </a:pPr>
            <a:r>
              <a:rPr lang="en-US" sz="2800" dirty="0">
                <a:solidFill>
                  <a:srgbClr val="FF0000"/>
                </a:solidFill>
                <a:latin typeface="Maiandra GD" pitchFamily="34" charset="0"/>
              </a:rPr>
              <a:t>Start </a:t>
            </a:r>
            <a:r>
              <a:rPr lang="en-US" sz="2800" dirty="0">
                <a:latin typeface="Maiandra GD" pitchFamily="34" charset="0"/>
              </a:rPr>
              <a:t>is the header pointer which points at the first node in the list.</a:t>
            </a:r>
          </a:p>
        </p:txBody>
      </p:sp>
      <p:sp>
        <p:nvSpPr>
          <p:cNvPr id="3" name="Slide Number Placeholder 2"/>
          <p:cNvSpPr>
            <a:spLocks noGrp="1"/>
          </p:cNvSpPr>
          <p:nvPr>
            <p:ph type="sldNum" sz="quarter" idx="12"/>
          </p:nvPr>
        </p:nvSpPr>
        <p:spPr/>
        <p:txBody>
          <a:bodyPr/>
          <a:lstStyle/>
          <a:p>
            <a:pPr>
              <a:defRPr/>
            </a:pPr>
            <a:fld id="{FA72BBB6-F43E-4C37-8B39-4B5A11005EB5}"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descr="link1"/>
          <p:cNvPicPr>
            <a:picLocks noGrp="1" noChangeAspect="1" noChangeArrowheads="1"/>
          </p:cNvPicPr>
          <p:nvPr>
            <p:ph idx="1"/>
          </p:nvPr>
        </p:nvPicPr>
        <p:blipFill>
          <a:blip r:embed="rId2"/>
          <a:srcRect/>
          <a:stretch>
            <a:fillRect/>
          </a:stretch>
        </p:blipFill>
        <p:spPr>
          <a:xfrm>
            <a:off x="533400" y="1143000"/>
            <a:ext cx="8153400" cy="2514600"/>
          </a:xfrm>
          <a:noFill/>
        </p:spPr>
      </p:pic>
      <p:sp>
        <p:nvSpPr>
          <p:cNvPr id="5" name="Slide Number Placeholder 5"/>
          <p:cNvSpPr>
            <a:spLocks noGrp="1"/>
          </p:cNvSpPr>
          <p:nvPr>
            <p:ph type="sldNum" sz="quarter" idx="12"/>
          </p:nvPr>
        </p:nvSpPr>
        <p:spPr/>
        <p:txBody>
          <a:bodyPr/>
          <a:lstStyle/>
          <a:p>
            <a:pPr>
              <a:defRPr/>
            </a:pPr>
            <a:fld id="{211CA332-EA37-4DA9-8BD4-D46DF3542A8C}" type="slidenum">
              <a:rPr lang="en-US"/>
              <a:pPr>
                <a:defRPr/>
              </a:pPr>
              <a:t>23</a:t>
            </a:fld>
            <a:endParaRPr lang="en-US"/>
          </a:p>
        </p:txBody>
      </p:sp>
      <p:sp>
        <p:nvSpPr>
          <p:cNvPr id="24580" name="Rectangle 6"/>
          <p:cNvSpPr>
            <a:spLocks noChangeArrowheads="1"/>
          </p:cNvSpPr>
          <p:nvPr/>
        </p:nvSpPr>
        <p:spPr bwMode="auto">
          <a:xfrm>
            <a:off x="304800" y="4160838"/>
            <a:ext cx="8610600" cy="1477962"/>
          </a:xfrm>
          <a:prstGeom prst="rect">
            <a:avLst/>
          </a:prstGeom>
          <a:noFill/>
          <a:ln w="9525">
            <a:noFill/>
            <a:miter lim="800000"/>
            <a:headEnd/>
            <a:tailEnd/>
          </a:ln>
        </p:spPr>
        <p:txBody>
          <a:bodyPr anchor="ctr">
            <a:spAutoFit/>
          </a:bodyPr>
          <a:lstStyle/>
          <a:p>
            <a:pPr>
              <a:buFontTx/>
              <a:buChar char="•"/>
            </a:pPr>
            <a:r>
              <a:rPr lang="en-US" sz="2800"/>
              <a:t> </a:t>
            </a:r>
            <a:r>
              <a:rPr lang="en-US" sz="3000">
                <a:latin typeface="Maiandra GD" pitchFamily="34" charset="0"/>
              </a:rPr>
              <a:t>This linked list has four nodes in it, each with a   </a:t>
            </a:r>
          </a:p>
          <a:p>
            <a:r>
              <a:rPr lang="en-US" sz="3000">
                <a:latin typeface="Maiandra GD" pitchFamily="34" charset="0"/>
              </a:rPr>
              <a:t>  link to the next node in the series (in the linked </a:t>
            </a:r>
          </a:p>
          <a:p>
            <a:r>
              <a:rPr lang="en-US" sz="3000">
                <a:latin typeface="Maiandra GD" pitchFamily="34" charset="0"/>
              </a:rPr>
              <a:t>  list).</a:t>
            </a:r>
            <a:r>
              <a:rPr lang="en-US" sz="2800"/>
              <a:t> </a:t>
            </a:r>
          </a:p>
        </p:txBody>
      </p:sp>
      <p:sp>
        <p:nvSpPr>
          <p:cNvPr id="24581" name="Rectangle 6"/>
          <p:cNvSpPr>
            <a:spLocks noChangeArrowheads="1"/>
          </p:cNvSpPr>
          <p:nvPr/>
        </p:nvSpPr>
        <p:spPr bwMode="auto">
          <a:xfrm>
            <a:off x="457200" y="390525"/>
            <a:ext cx="8610600" cy="647700"/>
          </a:xfrm>
          <a:prstGeom prst="rect">
            <a:avLst/>
          </a:prstGeom>
          <a:noFill/>
          <a:ln w="9525">
            <a:noFill/>
            <a:miter lim="800000"/>
            <a:headEnd/>
            <a:tailEnd/>
          </a:ln>
        </p:spPr>
        <p:txBody>
          <a:bodyPr anchor="ctr">
            <a:spAutoFit/>
          </a:bodyPr>
          <a:lstStyle/>
          <a:p>
            <a:r>
              <a:rPr lang="en-US" sz="3600">
                <a:latin typeface="Maiandra GD" pitchFamily="34" charset="0"/>
              </a:rPr>
              <a:t>Example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323850"/>
            <a:ext cx="8229600" cy="819150"/>
          </a:xfrm>
        </p:spPr>
        <p:txBody>
          <a:bodyPr/>
          <a:lstStyle/>
          <a:p>
            <a:r>
              <a:rPr lang="en-US" sz="3600" b="1">
                <a:latin typeface="Maiandra GD" pitchFamily="34" charset="0"/>
              </a:rPr>
              <a:t>Basic Operations on a List</a:t>
            </a:r>
          </a:p>
        </p:txBody>
      </p:sp>
      <p:sp>
        <p:nvSpPr>
          <p:cNvPr id="3" name="Content Placeholder 2"/>
          <p:cNvSpPr>
            <a:spLocks noGrp="1"/>
          </p:cNvSpPr>
          <p:nvPr>
            <p:ph idx="1"/>
          </p:nvPr>
        </p:nvSpPr>
        <p:spPr>
          <a:xfrm>
            <a:off x="285750" y="1143000"/>
            <a:ext cx="8553450" cy="5033963"/>
          </a:xfrm>
        </p:spPr>
        <p:txBody>
          <a:bodyPr>
            <a:normAutofit/>
          </a:bodyPr>
          <a:lstStyle/>
          <a:p>
            <a:pPr>
              <a:defRPr/>
            </a:pPr>
            <a:r>
              <a:rPr lang="en-US" dirty="0">
                <a:latin typeface="Maiandra GD" pitchFamily="34" charset="0"/>
              </a:rPr>
              <a:t>Creating a List</a:t>
            </a:r>
          </a:p>
          <a:p>
            <a:pPr>
              <a:defRPr/>
            </a:pPr>
            <a:r>
              <a:rPr lang="en-US" dirty="0">
                <a:latin typeface="Maiandra GD" pitchFamily="34" charset="0"/>
              </a:rPr>
              <a:t>Inserting  an element in a list</a:t>
            </a:r>
          </a:p>
          <a:p>
            <a:pPr>
              <a:defRPr/>
            </a:pPr>
            <a:r>
              <a:rPr lang="en-US" dirty="0">
                <a:latin typeface="Maiandra GD" pitchFamily="34" charset="0"/>
              </a:rPr>
              <a:t>Deleting an element from a list</a:t>
            </a:r>
          </a:p>
          <a:p>
            <a:pPr>
              <a:defRPr/>
            </a:pPr>
            <a:r>
              <a:rPr lang="en-US" dirty="0">
                <a:latin typeface="Maiandra GD" pitchFamily="34" charset="0"/>
              </a:rPr>
              <a:t>Searching a list</a:t>
            </a:r>
          </a:p>
          <a:p>
            <a:pPr>
              <a:buFont typeface="Arial" pitchFamily="34" charset="0"/>
              <a:buNone/>
              <a:defRPr/>
            </a:pPr>
            <a:endParaRPr lang="en-US" dirty="0">
              <a:solidFill>
                <a:schemeClr val="tx2">
                  <a:lumMod val="60000"/>
                  <a:lumOff val="40000"/>
                </a:schemeClr>
              </a:solidFill>
            </a:endParaRPr>
          </a:p>
        </p:txBody>
      </p:sp>
      <p:sp>
        <p:nvSpPr>
          <p:cNvPr id="4" name="Slide Number Placeholder 3"/>
          <p:cNvSpPr>
            <a:spLocks noGrp="1"/>
          </p:cNvSpPr>
          <p:nvPr>
            <p:ph type="sldNum" sz="quarter" idx="12"/>
          </p:nvPr>
        </p:nvSpPr>
        <p:spPr/>
        <p:txBody>
          <a:bodyPr/>
          <a:lstStyle/>
          <a:p>
            <a:pPr>
              <a:defRPr/>
            </a:pPr>
            <a:fld id="{F65A0524-C5E1-499F-A3A9-8334FF1EB8DB}"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6200" y="152400"/>
            <a:ext cx="8991600" cy="868363"/>
          </a:xfrm>
        </p:spPr>
        <p:txBody>
          <a:bodyPr/>
          <a:lstStyle/>
          <a:p>
            <a:pPr eaLnBrk="1" hangingPunct="1"/>
            <a:r>
              <a:rPr lang="en-US" sz="3200" b="1">
                <a:latin typeface="Maiandra GD" pitchFamily="34" charset="0"/>
              </a:rPr>
              <a:t>Defining(Creating) the data structure for linked lists</a:t>
            </a:r>
          </a:p>
        </p:txBody>
      </p:sp>
      <p:sp>
        <p:nvSpPr>
          <p:cNvPr id="27651" name="Rectangle 3"/>
          <p:cNvSpPr>
            <a:spLocks noGrp="1" noChangeArrowheads="1"/>
          </p:cNvSpPr>
          <p:nvPr>
            <p:ph idx="1"/>
          </p:nvPr>
        </p:nvSpPr>
        <p:spPr>
          <a:xfrm>
            <a:off x="152400" y="990600"/>
            <a:ext cx="8839200" cy="4953000"/>
          </a:xfrm>
        </p:spPr>
        <p:txBody>
          <a:bodyPr/>
          <a:lstStyle/>
          <a:p>
            <a:pPr marL="365760" lvl="1" eaLnBrk="1" hangingPunct="1">
              <a:lnSpc>
                <a:spcPct val="90000"/>
              </a:lnSpc>
              <a:buFontTx/>
              <a:buNone/>
              <a:defRPr/>
            </a:pPr>
            <a:r>
              <a:rPr lang="en-US" sz="3200" dirty="0" err="1">
                <a:latin typeface="Courier New" pitchFamily="49" charset="0"/>
                <a:cs typeface="Courier New" pitchFamily="49" charset="0"/>
              </a:rPr>
              <a:t>struct</a:t>
            </a:r>
            <a:r>
              <a:rPr lang="en-US" sz="3200" dirty="0">
                <a:latin typeface="Courier New" pitchFamily="49" charset="0"/>
                <a:cs typeface="Courier New" pitchFamily="49" charset="0"/>
              </a:rPr>
              <a:t> student</a:t>
            </a:r>
          </a:p>
          <a:p>
            <a:pPr marL="182880" lvl="1" eaLnBrk="1" hangingPunct="1">
              <a:lnSpc>
                <a:spcPct val="90000"/>
              </a:lnSpc>
              <a:buFontTx/>
              <a:buNone/>
              <a:defRPr/>
            </a:pPr>
            <a:r>
              <a:rPr lang="en-US" sz="3200" dirty="0">
                <a:latin typeface="Courier New" pitchFamily="49" charset="0"/>
                <a:cs typeface="Courier New" pitchFamily="49" charset="0"/>
              </a:rPr>
              <a:t> {</a:t>
            </a:r>
          </a:p>
          <a:p>
            <a:pPr lvl="2" eaLnBrk="1" hangingPunct="1">
              <a:lnSpc>
                <a:spcPct val="90000"/>
              </a:lnSpc>
              <a:buFontTx/>
              <a:buNone/>
              <a:defRPr/>
            </a:pPr>
            <a:r>
              <a:rPr lang="en-US" sz="3200" dirty="0">
                <a:latin typeface="Courier New" pitchFamily="49" charset="0"/>
                <a:cs typeface="Courier New" pitchFamily="49" charset="0"/>
              </a:rPr>
              <a:t>char name[20];</a:t>
            </a:r>
          </a:p>
          <a:p>
            <a:pPr lvl="2" eaLnBrk="1" hangingPunct="1">
              <a:lnSpc>
                <a:spcPct val="90000"/>
              </a:lnSpc>
              <a:buFontTx/>
              <a:buNone/>
              <a:defRPr/>
            </a:pPr>
            <a:r>
              <a:rPr lang="en-US" sz="3200" dirty="0" err="1">
                <a:latin typeface="Courier New" pitchFamily="49" charset="0"/>
                <a:cs typeface="Courier New" pitchFamily="49" charset="0"/>
              </a:rPr>
              <a:t>int</a:t>
            </a:r>
            <a:r>
              <a:rPr lang="en-US" sz="3200" dirty="0">
                <a:latin typeface="Courier New" pitchFamily="49" charset="0"/>
                <a:cs typeface="Courier New" pitchFamily="49" charset="0"/>
              </a:rPr>
              <a:t> age;</a:t>
            </a:r>
          </a:p>
          <a:p>
            <a:pPr lvl="2" eaLnBrk="1" hangingPunct="1">
              <a:lnSpc>
                <a:spcPct val="90000"/>
              </a:lnSpc>
              <a:buFontTx/>
              <a:buNone/>
              <a:defRPr/>
            </a:pPr>
            <a:r>
              <a:rPr lang="en-US" sz="3200" dirty="0">
                <a:latin typeface="Courier New" pitchFamily="49" charset="0"/>
                <a:cs typeface="Courier New" pitchFamily="49" charset="0"/>
              </a:rPr>
              <a:t>char Dept[20];</a:t>
            </a:r>
          </a:p>
          <a:p>
            <a:pPr lvl="2" eaLnBrk="1" hangingPunct="1">
              <a:lnSpc>
                <a:spcPct val="90000"/>
              </a:lnSpc>
              <a:buFontTx/>
              <a:buNone/>
              <a:defRPr/>
            </a:pPr>
            <a:r>
              <a:rPr lang="en-US" sz="3200" dirty="0">
                <a:latin typeface="Courier New" pitchFamily="49" charset="0"/>
                <a:cs typeface="Courier New" pitchFamily="49" charset="0"/>
              </a:rPr>
              <a:t>student *next;</a:t>
            </a:r>
          </a:p>
          <a:p>
            <a:pPr lvl="2" eaLnBrk="1" hangingPunct="1">
              <a:lnSpc>
                <a:spcPct val="90000"/>
              </a:lnSpc>
              <a:buFontTx/>
              <a:buNone/>
              <a:defRPr/>
            </a:pPr>
            <a:r>
              <a:rPr lang="en-US" sz="3200" dirty="0">
                <a:latin typeface="Courier New" pitchFamily="49" charset="0"/>
                <a:cs typeface="Courier New" pitchFamily="49" charset="0"/>
              </a:rPr>
              <a:t>student *</a:t>
            </a:r>
            <a:r>
              <a:rPr lang="en-US" sz="3200" dirty="0" err="1">
                <a:latin typeface="Courier New" pitchFamily="49" charset="0"/>
                <a:cs typeface="Courier New" pitchFamily="49" charset="0"/>
              </a:rPr>
              <a:t>prev</a:t>
            </a:r>
            <a:r>
              <a:rPr lang="en-US" sz="3200" dirty="0">
                <a:latin typeface="Courier New" pitchFamily="49" charset="0"/>
                <a:cs typeface="Courier New" pitchFamily="49" charset="0"/>
              </a:rPr>
              <a:t>;</a:t>
            </a:r>
            <a:r>
              <a:rPr lang="en-US" sz="2800" dirty="0">
                <a:solidFill>
                  <a:srgbClr val="FF0000"/>
                </a:solidFill>
                <a:latin typeface="Courier New" pitchFamily="49" charset="0"/>
                <a:cs typeface="Courier New" pitchFamily="49" charset="0"/>
              </a:rPr>
              <a:t>//Double linked list</a:t>
            </a:r>
            <a:endParaRPr lang="en-US" sz="3200" dirty="0">
              <a:solidFill>
                <a:srgbClr val="FF0000"/>
              </a:solidFill>
              <a:latin typeface="Courier New" pitchFamily="49" charset="0"/>
              <a:cs typeface="Courier New" pitchFamily="49" charset="0"/>
            </a:endParaRPr>
          </a:p>
          <a:p>
            <a:pPr marL="548640" lvl="2" eaLnBrk="1" hangingPunct="1">
              <a:lnSpc>
                <a:spcPct val="90000"/>
              </a:lnSpc>
              <a:buFontTx/>
              <a:buNone/>
              <a:defRPr/>
            </a:pPr>
            <a:r>
              <a:rPr lang="en-US" sz="3200" dirty="0">
                <a:latin typeface="Courier New" pitchFamily="49" charset="0"/>
                <a:cs typeface="Courier New" pitchFamily="49" charset="0"/>
              </a:rPr>
              <a:t>}; </a:t>
            </a:r>
          </a:p>
          <a:p>
            <a:pPr lvl="2" eaLnBrk="1" hangingPunct="1">
              <a:lnSpc>
                <a:spcPct val="90000"/>
              </a:lnSpc>
              <a:buFontTx/>
              <a:buNone/>
              <a:defRPr/>
            </a:pPr>
            <a:r>
              <a:rPr lang="en-US" sz="3200" dirty="0" err="1">
                <a:latin typeface="Courier New" pitchFamily="49" charset="0"/>
                <a:cs typeface="Courier New" pitchFamily="49" charset="0"/>
              </a:rPr>
              <a:t>struct</a:t>
            </a:r>
            <a:r>
              <a:rPr lang="en-US" sz="3200" dirty="0">
                <a:latin typeface="Courier New" pitchFamily="49" charset="0"/>
                <a:cs typeface="Courier New" pitchFamily="49" charset="0"/>
              </a:rPr>
              <a:t> student *start = NULL; </a:t>
            </a:r>
          </a:p>
        </p:txBody>
      </p:sp>
      <p:sp>
        <p:nvSpPr>
          <p:cNvPr id="4" name="Slide Number Placeholder 5"/>
          <p:cNvSpPr>
            <a:spLocks noGrp="1"/>
          </p:cNvSpPr>
          <p:nvPr>
            <p:ph type="sldNum" sz="quarter" idx="12"/>
          </p:nvPr>
        </p:nvSpPr>
        <p:spPr/>
        <p:txBody>
          <a:bodyPr/>
          <a:lstStyle/>
          <a:p>
            <a:pPr>
              <a:defRPr/>
            </a:pPr>
            <a:fld id="{93A2C318-A072-4075-ACD2-475A746429CD}" type="slidenum">
              <a:rPr lang="en-US"/>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81000" y="152400"/>
            <a:ext cx="8077200" cy="533400"/>
          </a:xfrm>
        </p:spPr>
        <p:txBody>
          <a:bodyPr/>
          <a:lstStyle/>
          <a:p>
            <a:r>
              <a:rPr lang="en-US" sz="3600" b="1">
                <a:latin typeface="Maiandra GD" pitchFamily="34" charset="0"/>
              </a:rPr>
              <a:t>Inserting a node in a SLL</a:t>
            </a:r>
          </a:p>
        </p:txBody>
      </p:sp>
      <p:sp>
        <p:nvSpPr>
          <p:cNvPr id="28675" name="Content Placeholder 2"/>
          <p:cNvSpPr>
            <a:spLocks noGrp="1"/>
          </p:cNvSpPr>
          <p:nvPr>
            <p:ph idx="1"/>
          </p:nvPr>
        </p:nvSpPr>
        <p:spPr>
          <a:xfrm>
            <a:off x="381000" y="762000"/>
            <a:ext cx="8458200" cy="5867400"/>
          </a:xfrm>
        </p:spPr>
        <p:txBody>
          <a:bodyPr/>
          <a:lstStyle/>
          <a:p>
            <a:pPr marL="0">
              <a:buFont typeface="Arial" pitchFamily="34" charset="0"/>
              <a:buNone/>
              <a:defRPr/>
            </a:pPr>
            <a:r>
              <a:rPr lang="en-US" sz="2400" dirty="0">
                <a:latin typeface="Maiandra GD" pitchFamily="34" charset="0"/>
              </a:rPr>
              <a:t>First, we declare the space for a pointer item and assign a pointer (*p) to it. This is done using the </a:t>
            </a:r>
            <a:r>
              <a:rPr lang="en-US" sz="2400" b="1" dirty="0">
                <a:solidFill>
                  <a:srgbClr val="FF0000"/>
                </a:solidFill>
                <a:latin typeface="Maiandra GD" pitchFamily="34" charset="0"/>
              </a:rPr>
              <a:t>new </a:t>
            </a:r>
            <a:r>
              <a:rPr lang="en-US" sz="2400" dirty="0">
                <a:latin typeface="Maiandra GD" pitchFamily="34" charset="0"/>
              </a:rPr>
              <a:t>statement as follow</a:t>
            </a:r>
          </a:p>
          <a:p>
            <a:pPr lvl="1" eaLnBrk="1" hangingPunct="1">
              <a:spcBef>
                <a:spcPts val="0"/>
              </a:spcBef>
              <a:buFontTx/>
              <a:buNone/>
              <a:defRPr/>
            </a:pPr>
            <a:r>
              <a:rPr lang="en-US" dirty="0" err="1">
                <a:latin typeface="Courier New" pitchFamily="49" charset="0"/>
                <a:cs typeface="Courier New" pitchFamily="49" charset="0"/>
              </a:rPr>
              <a:t>struct</a:t>
            </a:r>
            <a:r>
              <a:rPr lang="en-US" dirty="0">
                <a:latin typeface="Courier New" pitchFamily="49" charset="0"/>
                <a:cs typeface="Courier New" pitchFamily="49" charset="0"/>
              </a:rPr>
              <a:t> student</a:t>
            </a:r>
          </a:p>
          <a:p>
            <a:pPr lvl="2" eaLnBrk="1" hangingPunct="1">
              <a:spcBef>
                <a:spcPts val="0"/>
              </a:spcBef>
              <a:buFontTx/>
              <a:buNone/>
              <a:defRPr/>
            </a:pPr>
            <a:r>
              <a:rPr lang="en-US" sz="2800" dirty="0">
                <a:latin typeface="Courier New" pitchFamily="49" charset="0"/>
                <a:cs typeface="Courier New" pitchFamily="49" charset="0"/>
              </a:rPr>
              <a:t>{</a:t>
            </a:r>
          </a:p>
          <a:p>
            <a:pPr lvl="2" eaLnBrk="1" hangingPunct="1">
              <a:spcBef>
                <a:spcPts val="0"/>
              </a:spcBef>
              <a:buFontTx/>
              <a:buNone/>
              <a:defRPr/>
            </a:pPr>
            <a:r>
              <a:rPr lang="en-US" sz="2800" dirty="0">
                <a:latin typeface="Courier New" pitchFamily="49" charset="0"/>
                <a:cs typeface="Courier New" pitchFamily="49" charset="0"/>
              </a:rPr>
              <a:t>   char name[20];</a:t>
            </a:r>
          </a:p>
          <a:p>
            <a:pPr lvl="2" eaLnBrk="1" hangingPunct="1">
              <a:spcBef>
                <a:spcPts val="0"/>
              </a:spcBef>
              <a:buFontTx/>
              <a:buNone/>
              <a:defRPr/>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int</a:t>
            </a:r>
            <a:r>
              <a:rPr lang="en-US" sz="2800" dirty="0">
                <a:latin typeface="Courier New" pitchFamily="49" charset="0"/>
                <a:cs typeface="Courier New" pitchFamily="49" charset="0"/>
              </a:rPr>
              <a:t> age;</a:t>
            </a:r>
          </a:p>
          <a:p>
            <a:pPr lvl="2" eaLnBrk="1" hangingPunct="1">
              <a:spcBef>
                <a:spcPts val="0"/>
              </a:spcBef>
              <a:buFontTx/>
              <a:buNone/>
              <a:defRPr/>
            </a:pPr>
            <a:r>
              <a:rPr lang="en-US" sz="2800" dirty="0">
                <a:latin typeface="Courier New" pitchFamily="49" charset="0"/>
                <a:cs typeface="Courier New" pitchFamily="49" charset="0"/>
              </a:rPr>
              <a:t>   char Dept[20];</a:t>
            </a:r>
          </a:p>
          <a:p>
            <a:pPr lvl="2" eaLnBrk="1" hangingPunct="1">
              <a:spcBef>
                <a:spcPts val="0"/>
              </a:spcBef>
              <a:buFontTx/>
              <a:buNone/>
              <a:defRPr/>
            </a:pPr>
            <a:r>
              <a:rPr lang="en-US" sz="2800" dirty="0">
                <a:latin typeface="Courier New" pitchFamily="49" charset="0"/>
                <a:cs typeface="Courier New" pitchFamily="49" charset="0"/>
              </a:rPr>
              <a:t>   student *next;</a:t>
            </a:r>
          </a:p>
          <a:p>
            <a:pPr lvl="2" eaLnBrk="1" hangingPunct="1">
              <a:spcBef>
                <a:spcPts val="0"/>
              </a:spcBef>
              <a:buFontTx/>
              <a:buNone/>
              <a:defRPr/>
            </a:pPr>
            <a:r>
              <a:rPr lang="en-US" sz="2800" dirty="0">
                <a:latin typeface="Courier New" pitchFamily="49" charset="0"/>
                <a:cs typeface="Courier New" pitchFamily="49" charset="0"/>
              </a:rPr>
              <a:t>}; </a:t>
            </a:r>
          </a:p>
          <a:p>
            <a:pPr lvl="2" eaLnBrk="1" hangingPunct="1">
              <a:spcBef>
                <a:spcPts val="0"/>
              </a:spcBef>
              <a:buFontTx/>
              <a:buNone/>
              <a:defRPr/>
            </a:pPr>
            <a:r>
              <a:rPr lang="en-US" sz="2800" dirty="0" err="1">
                <a:latin typeface="Courier New" pitchFamily="49" charset="0"/>
                <a:cs typeface="Courier New" pitchFamily="49" charset="0"/>
              </a:rPr>
              <a:t>struct</a:t>
            </a:r>
            <a:r>
              <a:rPr lang="en-US" sz="2800" dirty="0">
                <a:latin typeface="Courier New" pitchFamily="49" charset="0"/>
                <a:cs typeface="Courier New" pitchFamily="49" charset="0"/>
              </a:rPr>
              <a:t> student *start = NULL;</a:t>
            </a:r>
          </a:p>
          <a:p>
            <a:pPr lvl="2" eaLnBrk="1" hangingPunct="1">
              <a:spcBef>
                <a:spcPts val="0"/>
              </a:spcBef>
              <a:buFontTx/>
              <a:buNone/>
              <a:defRPr/>
            </a:pPr>
            <a:r>
              <a:rPr lang="en-US" sz="2800" dirty="0" err="1">
                <a:solidFill>
                  <a:srgbClr val="FF0000"/>
                </a:solidFill>
                <a:latin typeface="Courier New" pitchFamily="49" charset="0"/>
                <a:cs typeface="Courier New" pitchFamily="49" charset="0"/>
              </a:rPr>
              <a:t>struct</a:t>
            </a:r>
            <a:r>
              <a:rPr lang="en-US" sz="2800" dirty="0">
                <a:solidFill>
                  <a:srgbClr val="FF0000"/>
                </a:solidFill>
                <a:latin typeface="Courier New" pitchFamily="49" charset="0"/>
                <a:cs typeface="Courier New" pitchFamily="49" charset="0"/>
              </a:rPr>
              <a:t> student *p;</a:t>
            </a:r>
          </a:p>
          <a:p>
            <a:pPr lvl="2" eaLnBrk="1" hangingPunct="1">
              <a:spcBef>
                <a:spcPts val="0"/>
              </a:spcBef>
              <a:buFontTx/>
              <a:buNone/>
              <a:defRPr/>
            </a:pPr>
            <a:r>
              <a:rPr lang="en-US" sz="2800" dirty="0">
                <a:solidFill>
                  <a:srgbClr val="FF0000"/>
                </a:solidFill>
                <a:latin typeface="Courier New" pitchFamily="49" charset="0"/>
                <a:cs typeface="Courier New" pitchFamily="49" charset="0"/>
              </a:rPr>
              <a:t>p= new student; </a:t>
            </a:r>
          </a:p>
          <a:p>
            <a:pPr>
              <a:lnSpc>
                <a:spcPct val="150000"/>
              </a:lnSpc>
              <a:buFont typeface="Arial" pitchFamily="34" charset="0"/>
              <a:buNone/>
              <a:defRPr/>
            </a:pPr>
            <a:endParaRPr lang="en-US" b="1" dirty="0">
              <a:latin typeface="Maiandra GD" pitchFamily="34" charset="0"/>
            </a:endParaRPr>
          </a:p>
        </p:txBody>
      </p:sp>
      <p:sp>
        <p:nvSpPr>
          <p:cNvPr id="4" name="Slide Number Placeholder 3"/>
          <p:cNvSpPr>
            <a:spLocks noGrp="1"/>
          </p:cNvSpPr>
          <p:nvPr>
            <p:ph type="sldNum" sz="quarter" idx="12"/>
          </p:nvPr>
        </p:nvSpPr>
        <p:spPr/>
        <p:txBody>
          <a:bodyPr/>
          <a:lstStyle/>
          <a:p>
            <a:pPr>
              <a:defRPr/>
            </a:pPr>
            <a:fld id="{CDFC1106-00AC-44FA-9F30-02953E537853}"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a:xfrm>
            <a:off x="304800" y="838200"/>
            <a:ext cx="8610600" cy="5638800"/>
          </a:xfrm>
        </p:spPr>
        <p:txBody>
          <a:bodyPr/>
          <a:lstStyle/>
          <a:p>
            <a:pPr>
              <a:lnSpc>
                <a:spcPct val="150000"/>
              </a:lnSpc>
            </a:pPr>
            <a:r>
              <a:rPr lang="en-US" sz="2800">
                <a:latin typeface="Maiandra GD" pitchFamily="34" charset="0"/>
              </a:rPr>
              <a:t>Having  declared the node, we ask the user to fill in the details of the student i.e. the name, age and department or others…</a:t>
            </a:r>
          </a:p>
          <a:p>
            <a:pPr>
              <a:buFont typeface="Arial" pitchFamily="34" charset="0"/>
              <a:buNone/>
            </a:pPr>
            <a:r>
              <a:rPr lang="en-US" sz="2800"/>
              <a:t>       </a:t>
            </a:r>
            <a:r>
              <a:rPr lang="en-US" sz="2400">
                <a:latin typeface="Courier New" pitchFamily="49" charset="0"/>
                <a:cs typeface="Courier New" pitchFamily="49" charset="0"/>
              </a:rPr>
              <a:t>cout&lt;&lt;“Enter the name of the student:n”;</a:t>
            </a:r>
          </a:p>
          <a:p>
            <a:pPr>
              <a:buFont typeface="Arial" pitchFamily="34" charset="0"/>
              <a:buNone/>
            </a:pPr>
            <a:r>
              <a:rPr lang="en-US" sz="2400">
                <a:latin typeface="Courier New" pitchFamily="49" charset="0"/>
                <a:cs typeface="Courier New" pitchFamily="49" charset="0"/>
              </a:rPr>
              <a:t>   cin&gt;&gt;p-&gt;name; </a:t>
            </a:r>
          </a:p>
          <a:p>
            <a:pPr>
              <a:buFont typeface="Arial" pitchFamily="34" charset="0"/>
              <a:buNone/>
            </a:pPr>
            <a:r>
              <a:rPr lang="en-US" sz="2400">
                <a:latin typeface="Courier New" pitchFamily="49" charset="0"/>
                <a:cs typeface="Courier New" pitchFamily="49" charset="0"/>
              </a:rPr>
              <a:t>   cout&lt;&lt;“Enter the age of the student:\n”;</a:t>
            </a:r>
          </a:p>
          <a:p>
            <a:pPr>
              <a:buFont typeface="Arial" pitchFamily="34" charset="0"/>
              <a:buNone/>
            </a:pPr>
            <a:r>
              <a:rPr lang="en-US" sz="2400">
                <a:latin typeface="Courier New" pitchFamily="49" charset="0"/>
                <a:cs typeface="Courier New" pitchFamily="49" charset="0"/>
              </a:rPr>
              <a:t>   cin&gt;&gt;p-&gt;age</a:t>
            </a:r>
          </a:p>
          <a:p>
            <a:pPr>
              <a:buFont typeface="Arial" pitchFamily="34" charset="0"/>
              <a:buNone/>
            </a:pPr>
            <a:r>
              <a:rPr lang="en-US" sz="2400">
                <a:latin typeface="Courier New" pitchFamily="49" charset="0"/>
                <a:cs typeface="Courier New" pitchFamily="49" charset="0"/>
              </a:rPr>
              <a:t>   cout&lt;&lt;“Enter the dept of the student:\n”;</a:t>
            </a:r>
          </a:p>
          <a:p>
            <a:pPr>
              <a:buFont typeface="Arial" pitchFamily="34" charset="0"/>
              <a:buNone/>
            </a:pPr>
            <a:r>
              <a:rPr lang="en-US" sz="2400">
                <a:latin typeface="Courier New" pitchFamily="49" charset="0"/>
                <a:cs typeface="Courier New" pitchFamily="49" charset="0"/>
              </a:rPr>
              <a:t>   cin&gt;&gt;p-&gt;Dept;</a:t>
            </a:r>
          </a:p>
          <a:p>
            <a:pPr>
              <a:buFont typeface="Arial" pitchFamily="34" charset="0"/>
              <a:buNone/>
            </a:pPr>
            <a:r>
              <a:rPr lang="en-US" sz="2400">
                <a:latin typeface="Courier New" pitchFamily="49" charset="0"/>
                <a:cs typeface="Courier New" pitchFamily="49" charset="0"/>
              </a:rPr>
              <a:t>   </a:t>
            </a:r>
            <a:r>
              <a:rPr lang="en-US" sz="2400">
                <a:solidFill>
                  <a:srgbClr val="FF0000"/>
                </a:solidFill>
                <a:latin typeface="Courier New" pitchFamily="49" charset="0"/>
                <a:cs typeface="Courier New" pitchFamily="49" charset="0"/>
              </a:rPr>
              <a:t>p-&gt;next= NULL;//</a:t>
            </a:r>
            <a:r>
              <a:rPr lang="en-US" sz="2800">
                <a:solidFill>
                  <a:srgbClr val="FF0000"/>
                </a:solidFill>
                <a:latin typeface="Courier New" pitchFamily="49" charset="0"/>
                <a:cs typeface="Courier New" pitchFamily="49" charset="0"/>
              </a:rPr>
              <a:t>if the node is to be   </a:t>
            </a:r>
          </a:p>
          <a:p>
            <a:pPr>
              <a:buFont typeface="Arial" pitchFamily="34" charset="0"/>
              <a:buNone/>
            </a:pPr>
            <a:r>
              <a:rPr lang="en-US" sz="2800">
                <a:solidFill>
                  <a:srgbClr val="FF0000"/>
                </a:solidFill>
                <a:latin typeface="Courier New" pitchFamily="49" charset="0"/>
                <a:cs typeface="Courier New" pitchFamily="49" charset="0"/>
              </a:rPr>
              <a:t>               //inserted at the end</a:t>
            </a:r>
            <a:endParaRPr lang="en-US" sz="2400">
              <a:solidFill>
                <a:srgbClr val="FF0000"/>
              </a:solidFill>
              <a:latin typeface="Courier New" pitchFamily="49" charset="0"/>
              <a:cs typeface="Courier New" pitchFamily="49" charset="0"/>
            </a:endParaRPr>
          </a:p>
        </p:txBody>
      </p:sp>
      <p:sp>
        <p:nvSpPr>
          <p:cNvPr id="4" name="Slide Number Placeholder 3"/>
          <p:cNvSpPr>
            <a:spLocks noGrp="1"/>
          </p:cNvSpPr>
          <p:nvPr>
            <p:ph type="sldNum" sz="quarter" idx="12"/>
          </p:nvPr>
        </p:nvSpPr>
        <p:spPr/>
        <p:txBody>
          <a:bodyPr/>
          <a:lstStyle/>
          <a:p>
            <a:pPr>
              <a:defRPr/>
            </a:pPr>
            <a:fld id="{47EB72D4-04BB-4283-AA4D-A4515ED0CD63}" type="slidenum">
              <a:rPr lang="en-US" smtClean="0"/>
              <a:pPr>
                <a:defRPr/>
              </a:pPr>
              <a:t>27</a:t>
            </a:fld>
            <a:endParaRPr lang="en-US"/>
          </a:p>
        </p:txBody>
      </p:sp>
      <p:sp>
        <p:nvSpPr>
          <p:cNvPr id="28676" name="Title 1"/>
          <p:cNvSpPr>
            <a:spLocks noGrp="1"/>
          </p:cNvSpPr>
          <p:nvPr>
            <p:ph type="title"/>
          </p:nvPr>
        </p:nvSpPr>
        <p:spPr>
          <a:xfrm>
            <a:off x="381000" y="152400"/>
            <a:ext cx="8077200" cy="533400"/>
          </a:xfrm>
        </p:spPr>
        <p:txBody>
          <a:bodyPr/>
          <a:lstStyle/>
          <a:p>
            <a:r>
              <a:rPr lang="en-US" sz="3600" b="1">
                <a:latin typeface="Maiandra GD" pitchFamily="34" charset="0"/>
              </a:rPr>
              <a:t>Inserting a node in a SLL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274638"/>
            <a:ext cx="8229600" cy="639762"/>
          </a:xfrm>
        </p:spPr>
        <p:txBody>
          <a:bodyPr/>
          <a:lstStyle/>
          <a:p>
            <a:r>
              <a:rPr lang="en-US" sz="3600" b="1">
                <a:latin typeface="Maiandra GD" pitchFamily="34" charset="0"/>
              </a:rPr>
              <a:t>Inserting a node in a SLL</a:t>
            </a:r>
            <a:endParaRPr lang="en-US" sz="3600"/>
          </a:p>
        </p:txBody>
      </p:sp>
      <p:sp>
        <p:nvSpPr>
          <p:cNvPr id="29699" name="Content Placeholder 2"/>
          <p:cNvSpPr>
            <a:spLocks noGrp="1"/>
          </p:cNvSpPr>
          <p:nvPr>
            <p:ph idx="1"/>
          </p:nvPr>
        </p:nvSpPr>
        <p:spPr>
          <a:xfrm>
            <a:off x="457200" y="990600"/>
            <a:ext cx="8229600" cy="5059363"/>
          </a:xfrm>
        </p:spPr>
        <p:txBody>
          <a:bodyPr/>
          <a:lstStyle/>
          <a:p>
            <a:pPr>
              <a:buFont typeface="Arial" pitchFamily="34" charset="0"/>
              <a:buNone/>
            </a:pPr>
            <a:r>
              <a:rPr lang="en-US" sz="2800">
                <a:latin typeface="Maiandra GD" pitchFamily="34" charset="0"/>
              </a:rPr>
              <a:t>There  are  3 cases  here:-</a:t>
            </a:r>
          </a:p>
          <a:p>
            <a:pPr lvl="1"/>
            <a:r>
              <a:rPr lang="en-US">
                <a:latin typeface="Maiandra GD" pitchFamily="34" charset="0"/>
              </a:rPr>
              <a:t>Insertion at the beginning</a:t>
            </a:r>
          </a:p>
          <a:p>
            <a:pPr lvl="1"/>
            <a:r>
              <a:rPr lang="en-US">
                <a:latin typeface="Maiandra GD" pitchFamily="34" charset="0"/>
              </a:rPr>
              <a:t>Insertion at the end</a:t>
            </a:r>
          </a:p>
          <a:p>
            <a:pPr lvl="1"/>
            <a:r>
              <a:rPr lang="en-US">
                <a:latin typeface="Maiandra GD" pitchFamily="34" charset="0"/>
              </a:rPr>
              <a:t>Insertion after a particular node</a:t>
            </a:r>
            <a:endParaRPr lang="en-US" sz="2400"/>
          </a:p>
        </p:txBody>
      </p:sp>
      <p:sp>
        <p:nvSpPr>
          <p:cNvPr id="4" name="Slide Number Placeholder 3"/>
          <p:cNvSpPr>
            <a:spLocks noGrp="1"/>
          </p:cNvSpPr>
          <p:nvPr>
            <p:ph type="sldNum" sz="quarter" idx="12"/>
          </p:nvPr>
        </p:nvSpPr>
        <p:spPr/>
        <p:txBody>
          <a:bodyPr/>
          <a:lstStyle/>
          <a:p>
            <a:pPr>
              <a:defRPr/>
            </a:pPr>
            <a:fld id="{EE3A1CEF-78EA-4A4B-B25C-AC31490D4B68}" type="slidenum">
              <a:rPr lang="en-US" smtClean="0"/>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304800" y="228600"/>
            <a:ext cx="7848600" cy="895350"/>
          </a:xfrm>
        </p:spPr>
        <p:txBody>
          <a:bodyPr/>
          <a:lstStyle/>
          <a:p>
            <a:r>
              <a:rPr lang="en-US" sz="3600" b="1">
                <a:latin typeface="Maiandra GD" pitchFamily="34" charset="0"/>
              </a:rPr>
              <a:t>Insertion at the beginning</a:t>
            </a:r>
          </a:p>
        </p:txBody>
      </p:sp>
      <p:sp>
        <p:nvSpPr>
          <p:cNvPr id="3" name="Content Placeholder 2"/>
          <p:cNvSpPr>
            <a:spLocks noGrp="1"/>
          </p:cNvSpPr>
          <p:nvPr>
            <p:ph idx="1"/>
          </p:nvPr>
        </p:nvSpPr>
        <p:spPr>
          <a:xfrm>
            <a:off x="228600" y="1143000"/>
            <a:ext cx="8686800" cy="5033963"/>
          </a:xfrm>
        </p:spPr>
        <p:txBody>
          <a:bodyPr>
            <a:normAutofit/>
          </a:bodyPr>
          <a:lstStyle/>
          <a:p>
            <a:pPr algn="just">
              <a:buFont typeface="Arial" pitchFamily="34" charset="0"/>
              <a:buNone/>
              <a:defRPr/>
            </a:pPr>
            <a:r>
              <a:rPr lang="en-US" sz="2800" dirty="0">
                <a:latin typeface="Maiandra GD" pitchFamily="34" charset="0"/>
              </a:rPr>
              <a:t>There are two steps to be followed:-</a:t>
            </a:r>
          </a:p>
          <a:p>
            <a:pPr marL="514350" indent="-514350" algn="just">
              <a:buFont typeface="+mj-lt"/>
              <a:buAutoNum type="alphaLcParenR"/>
              <a:defRPr/>
            </a:pPr>
            <a:r>
              <a:rPr lang="en-US" sz="2800" dirty="0">
                <a:latin typeface="Maiandra GD" pitchFamily="34" charset="0"/>
              </a:rPr>
              <a:t>Make the next pointer of the node point towards the first node of the list.</a:t>
            </a:r>
          </a:p>
          <a:p>
            <a:pPr marL="514350" indent="-514350" algn="just">
              <a:buFont typeface="+mj-lt"/>
              <a:buAutoNum type="alphaLcParenR"/>
              <a:defRPr/>
            </a:pPr>
            <a:r>
              <a:rPr lang="en-US" sz="2800" dirty="0">
                <a:latin typeface="Maiandra GD" pitchFamily="34" charset="0"/>
              </a:rPr>
              <a:t>Make the start pointer point towards this new node.</a:t>
            </a:r>
          </a:p>
          <a:p>
            <a:pPr marL="514350" indent="-514350" algn="just">
              <a:buFont typeface="Wingdings" pitchFamily="2" charset="2"/>
              <a:buChar char="§"/>
              <a:defRPr/>
            </a:pPr>
            <a:r>
              <a:rPr lang="en-US" sz="2800" dirty="0">
                <a:latin typeface="Maiandra GD" pitchFamily="34" charset="0"/>
              </a:rPr>
              <a:t>If the list is empty simply make the start pointer point towards the new node;</a:t>
            </a:r>
          </a:p>
        </p:txBody>
      </p:sp>
      <p:sp>
        <p:nvSpPr>
          <p:cNvPr id="4" name="Slide Number Placeholder 3"/>
          <p:cNvSpPr>
            <a:spLocks noGrp="1"/>
          </p:cNvSpPr>
          <p:nvPr>
            <p:ph type="sldNum" sz="quarter" idx="12"/>
          </p:nvPr>
        </p:nvSpPr>
        <p:spPr/>
        <p:txBody>
          <a:bodyPr/>
          <a:lstStyle/>
          <a:p>
            <a:pPr>
              <a:defRPr/>
            </a:pPr>
            <a:fld id="{95F1B4A8-37B4-4D74-981C-F40E1971D143}"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4" descr="dl3.png"/>
          <p:cNvPicPr>
            <a:picLocks noChangeAspect="1"/>
          </p:cNvPicPr>
          <p:nvPr/>
        </p:nvPicPr>
        <p:blipFill>
          <a:blip r:embed="rId2"/>
          <a:srcRect/>
          <a:stretch>
            <a:fillRect/>
          </a:stretch>
        </p:blipFill>
        <p:spPr bwMode="auto">
          <a:xfrm>
            <a:off x="447675" y="1524000"/>
            <a:ext cx="8248650" cy="375285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2716D533-255C-4D16-B7DF-E0D22D730C4E}" type="slidenum">
              <a:rPr lang="en-US" smtClean="0"/>
              <a:pPr>
                <a:defRPr/>
              </a:pPr>
              <a:t>30</a:t>
            </a:fld>
            <a:endParaRPr lang="en-US"/>
          </a:p>
        </p:txBody>
      </p:sp>
      <p:sp>
        <p:nvSpPr>
          <p:cNvPr id="31748" name="Title 1"/>
          <p:cNvSpPr>
            <a:spLocks noGrp="1"/>
          </p:cNvSpPr>
          <p:nvPr>
            <p:ph type="title"/>
          </p:nvPr>
        </p:nvSpPr>
        <p:spPr>
          <a:xfrm>
            <a:off x="304800" y="228600"/>
            <a:ext cx="7848600" cy="895350"/>
          </a:xfrm>
        </p:spPr>
        <p:txBody>
          <a:bodyPr/>
          <a:lstStyle/>
          <a:p>
            <a:pPr algn="l"/>
            <a:r>
              <a:rPr lang="en-US" sz="3600" b="1">
                <a:latin typeface="Maiandra GD" pitchFamily="34" charset="0"/>
              </a:rPr>
              <a:t>Cont…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normAutofit fontScale="92500" lnSpcReduction="10000"/>
          </a:bodyPr>
          <a:lstStyle/>
          <a:p>
            <a:pPr>
              <a:buFont typeface="Arial" pitchFamily="34" charset="0"/>
              <a:buNone/>
              <a:defRPr/>
            </a:pPr>
            <a:r>
              <a:rPr lang="en-US" sz="2600" dirty="0">
                <a:latin typeface="Courier New" pitchFamily="49" charset="0"/>
                <a:cs typeface="Courier New" pitchFamily="49" charset="0"/>
              </a:rPr>
              <a:t>void </a:t>
            </a:r>
            <a:r>
              <a:rPr lang="en-US" sz="2600" dirty="0" err="1">
                <a:latin typeface="Courier New" pitchFamily="49" charset="0"/>
                <a:cs typeface="Courier New" pitchFamily="49" charset="0"/>
              </a:rPr>
              <a:t>insert_beg</a:t>
            </a:r>
            <a:r>
              <a:rPr lang="en-US" sz="2600" dirty="0">
                <a:latin typeface="Courier New" pitchFamily="49" charset="0"/>
                <a:cs typeface="Courier New" pitchFamily="49" charset="0"/>
              </a:rPr>
              <a:t>(student *p)</a:t>
            </a:r>
          </a:p>
          <a:p>
            <a:pPr>
              <a:buFont typeface="Arial" pitchFamily="34" charset="0"/>
              <a:buNone/>
              <a:defRPr/>
            </a:pPr>
            <a:r>
              <a:rPr lang="en-US" sz="2600" dirty="0">
                <a:latin typeface="Courier New" pitchFamily="49" charset="0"/>
                <a:cs typeface="Courier New" pitchFamily="49" charset="0"/>
              </a:rPr>
              <a:t>{</a:t>
            </a:r>
          </a:p>
          <a:p>
            <a:pPr>
              <a:buFont typeface="Arial" pitchFamily="34" charset="0"/>
              <a:buNone/>
              <a:defRPr/>
            </a:pPr>
            <a:r>
              <a:rPr lang="en-US" sz="2600" dirty="0">
                <a:latin typeface="Courier New" pitchFamily="49" charset="0"/>
                <a:cs typeface="Courier New" pitchFamily="49" charset="0"/>
              </a:rPr>
              <a:t>   student *temp;</a:t>
            </a:r>
          </a:p>
          <a:p>
            <a:pPr>
              <a:buFont typeface="Arial" pitchFamily="34" charset="0"/>
              <a:buNone/>
              <a:defRPr/>
            </a:pPr>
            <a:r>
              <a:rPr lang="en-US" sz="2600" dirty="0">
                <a:latin typeface="Courier New" pitchFamily="49" charset="0"/>
                <a:cs typeface="Courier New" pitchFamily="49" charset="0"/>
              </a:rPr>
              <a:t>   if(start==NULL)</a:t>
            </a:r>
            <a:r>
              <a:rPr lang="en-US" sz="2600" dirty="0">
                <a:latin typeface="Times New Roman" pitchFamily="18" charset="0"/>
                <a:cs typeface="Times New Roman" pitchFamily="18" charset="0"/>
              </a:rPr>
              <a:t> //</a:t>
            </a:r>
            <a:r>
              <a:rPr lang="en-US" sz="2600" dirty="0">
                <a:latin typeface="Maiandra GD" pitchFamily="34" charset="0"/>
                <a:cs typeface="Times New Roman" pitchFamily="18" charset="0"/>
              </a:rPr>
              <a:t>if the list is empty</a:t>
            </a:r>
            <a:endParaRPr lang="en-US" sz="2600" dirty="0">
              <a:latin typeface="Courier New" pitchFamily="49" charset="0"/>
              <a:cs typeface="Courier New" pitchFamily="49" charset="0"/>
            </a:endParaRPr>
          </a:p>
          <a:p>
            <a:pPr>
              <a:buFont typeface="Arial" pitchFamily="34" charset="0"/>
              <a:buNone/>
              <a:defRPr/>
            </a:pPr>
            <a:r>
              <a:rPr lang="en-US" sz="2600" dirty="0">
                <a:latin typeface="Courier New" pitchFamily="49" charset="0"/>
                <a:cs typeface="Courier New" pitchFamily="49" charset="0"/>
              </a:rPr>
              <a:t>   {  </a:t>
            </a:r>
            <a:endParaRPr lang="en-US" sz="2600" dirty="0">
              <a:latin typeface="Maiandra GD" pitchFamily="34" charset="0"/>
              <a:cs typeface="Times New Roman" pitchFamily="18" charset="0"/>
            </a:endParaRPr>
          </a:p>
          <a:p>
            <a:pPr>
              <a:buFont typeface="Arial" pitchFamily="34" charset="0"/>
              <a:buNone/>
              <a:defRPr/>
            </a:pPr>
            <a:r>
              <a:rPr lang="en-US" sz="2600" dirty="0">
                <a:latin typeface="Courier New" pitchFamily="49" charset="0"/>
                <a:cs typeface="Courier New" pitchFamily="49" charset="0"/>
              </a:rPr>
              <a:t>     start=p;</a:t>
            </a:r>
          </a:p>
          <a:p>
            <a:pPr>
              <a:buFont typeface="Arial" pitchFamily="34" charset="0"/>
              <a:buNone/>
              <a:defRPr/>
            </a:pPr>
            <a:r>
              <a:rPr lang="en-US" sz="2600" dirty="0">
                <a:latin typeface="Courier New" pitchFamily="49" charset="0"/>
                <a:cs typeface="Courier New" pitchFamily="49" charset="0"/>
              </a:rPr>
              <a:t>     </a:t>
            </a:r>
            <a:r>
              <a:rPr lang="en-US" sz="2600" dirty="0" err="1">
                <a:latin typeface="Courier New" pitchFamily="49" charset="0"/>
                <a:cs typeface="Courier New" pitchFamily="49" charset="0"/>
              </a:rPr>
              <a:t>cout</a:t>
            </a:r>
            <a:r>
              <a:rPr lang="en-US" sz="2600" dirty="0">
                <a:latin typeface="Courier New" pitchFamily="49" charset="0"/>
                <a:cs typeface="Courier New" pitchFamily="49" charset="0"/>
              </a:rPr>
              <a:t>&lt;&lt;”Node inserted at the beginning”;               </a:t>
            </a:r>
          </a:p>
          <a:p>
            <a:pPr>
              <a:buFont typeface="Arial" pitchFamily="34" charset="0"/>
              <a:buNone/>
              <a:defRPr/>
            </a:pPr>
            <a:r>
              <a:rPr lang="en-US" sz="2600" dirty="0">
                <a:latin typeface="Courier New" pitchFamily="49" charset="0"/>
                <a:cs typeface="Courier New" pitchFamily="49" charset="0"/>
              </a:rPr>
              <a:t>   }</a:t>
            </a:r>
          </a:p>
          <a:p>
            <a:pPr>
              <a:buFont typeface="Arial" pitchFamily="34" charset="0"/>
              <a:buNone/>
              <a:defRPr/>
            </a:pPr>
            <a:r>
              <a:rPr lang="en-US" sz="2600" dirty="0">
                <a:latin typeface="Courier New" pitchFamily="49" charset="0"/>
                <a:cs typeface="Courier New" pitchFamily="49" charset="0"/>
              </a:rPr>
              <a:t>   else </a:t>
            </a:r>
          </a:p>
          <a:p>
            <a:pPr>
              <a:buFont typeface="Arial" pitchFamily="34" charset="0"/>
              <a:buNone/>
              <a:defRPr/>
            </a:pPr>
            <a:r>
              <a:rPr lang="en-US" sz="2600" dirty="0">
                <a:latin typeface="Courier New" pitchFamily="49" charset="0"/>
                <a:cs typeface="Courier New" pitchFamily="49" charset="0"/>
              </a:rPr>
              <a:t>   {</a:t>
            </a:r>
          </a:p>
          <a:p>
            <a:pPr>
              <a:buFont typeface="Arial" pitchFamily="34" charset="0"/>
              <a:buNone/>
              <a:defRPr/>
            </a:pPr>
            <a:r>
              <a:rPr lang="en-US" sz="2600" dirty="0">
                <a:latin typeface="Courier New" pitchFamily="49" charset="0"/>
                <a:cs typeface="Courier New" pitchFamily="49" charset="0"/>
              </a:rPr>
              <a:t>    </a:t>
            </a:r>
            <a:r>
              <a:rPr lang="en-US" sz="2600" b="1" dirty="0">
                <a:solidFill>
                  <a:srgbClr val="FF0000"/>
                </a:solidFill>
                <a:latin typeface="Courier New" pitchFamily="49" charset="0"/>
                <a:cs typeface="Courier New" pitchFamily="49" charset="0"/>
              </a:rPr>
              <a:t>temp=start;</a:t>
            </a:r>
          </a:p>
          <a:p>
            <a:pPr>
              <a:buFont typeface="Arial" pitchFamily="34" charset="0"/>
              <a:buNone/>
              <a:defRPr/>
            </a:pPr>
            <a:r>
              <a:rPr lang="en-US" sz="2600" b="1" dirty="0">
                <a:solidFill>
                  <a:srgbClr val="FF0000"/>
                </a:solidFill>
                <a:latin typeface="Courier New" pitchFamily="49" charset="0"/>
                <a:cs typeface="Courier New" pitchFamily="49" charset="0"/>
              </a:rPr>
              <a:t>    start=p;</a:t>
            </a:r>
          </a:p>
          <a:p>
            <a:pPr>
              <a:buFont typeface="Arial" pitchFamily="34" charset="0"/>
              <a:buNone/>
              <a:defRPr/>
            </a:pPr>
            <a:r>
              <a:rPr lang="en-US" sz="2600" b="1" dirty="0">
                <a:solidFill>
                  <a:srgbClr val="FF0000"/>
                </a:solidFill>
                <a:latin typeface="Courier New" pitchFamily="49" charset="0"/>
                <a:cs typeface="Courier New" pitchFamily="49" charset="0"/>
              </a:rPr>
              <a:t>    p-&gt;next=temp;  </a:t>
            </a:r>
            <a:r>
              <a:rPr lang="en-US" sz="2600" dirty="0">
                <a:latin typeface="Maiandra GD" pitchFamily="34" charset="0"/>
                <a:cs typeface="Times New Roman" pitchFamily="18" charset="0"/>
              </a:rPr>
              <a:t>//making new node point  at</a:t>
            </a:r>
          </a:p>
          <a:p>
            <a:pPr>
              <a:buFont typeface="Arial" pitchFamily="34" charset="0"/>
              <a:buNone/>
              <a:defRPr/>
            </a:pPr>
            <a:r>
              <a:rPr lang="en-US" sz="2600" dirty="0">
                <a:latin typeface="Courier New" pitchFamily="49" charset="0"/>
                <a:cs typeface="Courier New" pitchFamily="49" charset="0"/>
              </a:rPr>
              <a:t>   }                </a:t>
            </a:r>
            <a:r>
              <a:rPr lang="en-US" sz="2600" dirty="0">
                <a:latin typeface="Maiandra GD" pitchFamily="34" charset="0"/>
                <a:cs typeface="Times New Roman" pitchFamily="18" charset="0"/>
              </a:rPr>
              <a:t>//the first node of the list</a:t>
            </a:r>
          </a:p>
          <a:p>
            <a:pPr>
              <a:buFont typeface="Arial" pitchFamily="34" charset="0"/>
              <a:buNone/>
              <a:defRPr/>
            </a:pPr>
            <a:r>
              <a:rPr lang="en-US" sz="2600" dirty="0">
                <a:latin typeface="Courier New" pitchFamily="49" charset="0"/>
                <a:cs typeface="Courier New" pitchFamily="49" charset="0"/>
              </a:rPr>
              <a:t>}</a:t>
            </a:r>
          </a:p>
          <a:p>
            <a:pPr>
              <a:defRPr/>
            </a:pPr>
            <a:endParaRPr lang="en-US" sz="1400" dirty="0"/>
          </a:p>
        </p:txBody>
      </p:sp>
      <p:sp>
        <p:nvSpPr>
          <p:cNvPr id="2" name="Slide Number Placeholder 1"/>
          <p:cNvSpPr>
            <a:spLocks noGrp="1"/>
          </p:cNvSpPr>
          <p:nvPr>
            <p:ph type="sldNum" sz="quarter" idx="12"/>
          </p:nvPr>
        </p:nvSpPr>
        <p:spPr/>
        <p:txBody>
          <a:bodyPr/>
          <a:lstStyle/>
          <a:p>
            <a:pPr>
              <a:defRPr/>
            </a:pPr>
            <a:fld id="{B73F1847-6D0E-41DB-9016-08788D4E47C6}"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533400" y="365125"/>
            <a:ext cx="7886700" cy="701675"/>
          </a:xfrm>
        </p:spPr>
        <p:txBody>
          <a:bodyPr/>
          <a:lstStyle/>
          <a:p>
            <a:r>
              <a:rPr lang="en-US" sz="4000">
                <a:latin typeface="Maiandra GD" pitchFamily="34" charset="0"/>
              </a:rPr>
              <a:t>Inserting at the end</a:t>
            </a:r>
          </a:p>
        </p:txBody>
      </p:sp>
      <p:sp>
        <p:nvSpPr>
          <p:cNvPr id="33795" name="Content Placeholder 2"/>
          <p:cNvSpPr>
            <a:spLocks noGrp="1"/>
          </p:cNvSpPr>
          <p:nvPr>
            <p:ph idx="1"/>
          </p:nvPr>
        </p:nvSpPr>
        <p:spPr>
          <a:xfrm>
            <a:off x="427038" y="1219200"/>
            <a:ext cx="8259762" cy="2209800"/>
          </a:xfrm>
        </p:spPr>
        <p:txBody>
          <a:bodyPr/>
          <a:lstStyle/>
          <a:p>
            <a:pPr algn="just"/>
            <a:r>
              <a:rPr lang="en-US" sz="2800">
                <a:latin typeface="Maiandra GD" pitchFamily="34" charset="0"/>
              </a:rPr>
              <a:t>Here we simply need to make the next pointer of the last node point to the new node.</a:t>
            </a:r>
          </a:p>
          <a:p>
            <a:r>
              <a:rPr lang="en-US" sz="2800">
                <a:latin typeface="Maiandra GD" pitchFamily="34" charset="0"/>
              </a:rPr>
              <a:t>To do this we need to declare a second pointer, </a:t>
            </a:r>
            <a:r>
              <a:rPr lang="en-US" sz="2800">
                <a:solidFill>
                  <a:srgbClr val="FF0000"/>
                </a:solidFill>
                <a:latin typeface="Maiandra GD" pitchFamily="34" charset="0"/>
              </a:rPr>
              <a:t>q</a:t>
            </a:r>
            <a:r>
              <a:rPr lang="en-US" sz="2800">
                <a:latin typeface="Maiandra GD" pitchFamily="34" charset="0"/>
              </a:rPr>
              <a:t>, to step through the list until it finds the last node</a:t>
            </a:r>
          </a:p>
        </p:txBody>
      </p:sp>
      <p:pic>
        <p:nvPicPr>
          <p:cNvPr id="33796" name="Picture 4" descr="llist.png"/>
          <p:cNvPicPr>
            <a:picLocks noChangeAspect="1"/>
          </p:cNvPicPr>
          <p:nvPr/>
        </p:nvPicPr>
        <p:blipFill>
          <a:blip r:embed="rId2"/>
          <a:srcRect/>
          <a:stretch>
            <a:fillRect/>
          </a:stretch>
        </p:blipFill>
        <p:spPr bwMode="auto">
          <a:xfrm>
            <a:off x="1066800" y="3886200"/>
            <a:ext cx="7086600" cy="28194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18B6ACB7-674D-4686-A4DF-191A4F91B656}" type="slidenum">
              <a:rPr lang="en-US" smtClean="0"/>
              <a:pPr>
                <a:defRPr/>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p:cNvSpPr>
            <a:spLocks noGrp="1"/>
          </p:cNvSpPr>
          <p:nvPr>
            <p:ph idx="1"/>
          </p:nvPr>
        </p:nvSpPr>
        <p:spPr>
          <a:xfrm>
            <a:off x="152400" y="152400"/>
            <a:ext cx="8915400" cy="6477000"/>
          </a:xfrm>
        </p:spPr>
        <p:txBody>
          <a:bodyPr/>
          <a:lstStyle/>
          <a:p>
            <a:pPr>
              <a:spcBef>
                <a:spcPct val="0"/>
              </a:spcBef>
              <a:buFont typeface="Arial" pitchFamily="34" charset="0"/>
              <a:buNone/>
            </a:pPr>
            <a:r>
              <a:rPr lang="en-US" sz="2800" dirty="0">
                <a:latin typeface="Courier New" pitchFamily="49" charset="0"/>
                <a:cs typeface="Courier New" pitchFamily="49" charset="0"/>
              </a:rPr>
              <a:t>void </a:t>
            </a:r>
            <a:r>
              <a:rPr lang="en-US" sz="2800" dirty="0" err="1">
                <a:latin typeface="Courier New" pitchFamily="49" charset="0"/>
                <a:cs typeface="Courier New" pitchFamily="49" charset="0"/>
              </a:rPr>
              <a:t>insert_end</a:t>
            </a:r>
            <a:r>
              <a:rPr lang="en-US" sz="2800" dirty="0">
                <a:latin typeface="Courier New" pitchFamily="49" charset="0"/>
                <a:cs typeface="Courier New" pitchFamily="49" charset="0"/>
              </a:rPr>
              <a:t>(student *p)</a:t>
            </a:r>
          </a:p>
          <a:p>
            <a:pPr>
              <a:spcBef>
                <a:spcPct val="0"/>
              </a:spcBef>
              <a:buFont typeface="Arial" pitchFamily="34" charset="0"/>
              <a:buNone/>
            </a:pPr>
            <a:r>
              <a:rPr lang="en-US" sz="2800" dirty="0">
                <a:latin typeface="Courier New" pitchFamily="49" charset="0"/>
                <a:cs typeface="Courier New" pitchFamily="49" charset="0"/>
              </a:rPr>
              <a:t>{</a:t>
            </a:r>
          </a:p>
          <a:p>
            <a:pPr>
              <a:spcBef>
                <a:spcPct val="0"/>
              </a:spcBef>
              <a:buFont typeface="Arial" pitchFamily="34" charset="0"/>
              <a:buNone/>
            </a:pPr>
            <a:r>
              <a:rPr lang="en-US" sz="2800" dirty="0">
                <a:latin typeface="Courier New" pitchFamily="49" charset="0"/>
                <a:cs typeface="Courier New" pitchFamily="49" charset="0"/>
              </a:rPr>
              <a:t>  student *q=start;</a:t>
            </a:r>
          </a:p>
          <a:p>
            <a:pPr>
              <a:spcBef>
                <a:spcPct val="0"/>
              </a:spcBef>
              <a:buFont typeface="Arial" pitchFamily="34" charset="0"/>
              <a:buNone/>
            </a:pPr>
            <a:r>
              <a:rPr lang="en-US" sz="2800" dirty="0">
                <a:latin typeface="Courier New" pitchFamily="49" charset="0"/>
                <a:cs typeface="Courier New" pitchFamily="49" charset="0"/>
              </a:rPr>
              <a:t>  if(start==NULL)</a:t>
            </a:r>
          </a:p>
          <a:p>
            <a:pPr>
              <a:spcBef>
                <a:spcPct val="0"/>
              </a:spcBef>
              <a:buFont typeface="Arial" pitchFamily="34" charset="0"/>
              <a:buNone/>
            </a:pPr>
            <a:r>
              <a:rPr lang="en-US" sz="2800" dirty="0">
                <a:latin typeface="Courier New" pitchFamily="49" charset="0"/>
                <a:cs typeface="Courier New" pitchFamily="49" charset="0"/>
              </a:rPr>
              <a:t>  {</a:t>
            </a:r>
          </a:p>
          <a:p>
            <a:pPr>
              <a:spcBef>
                <a:spcPct val="0"/>
              </a:spcBef>
              <a:buFont typeface="Arial" pitchFamily="34" charset="0"/>
              <a:buNone/>
            </a:pPr>
            <a:r>
              <a:rPr lang="en-US" sz="2800" dirty="0">
                <a:latin typeface="Courier New" pitchFamily="49" charset="0"/>
                <a:cs typeface="Courier New" pitchFamily="49" charset="0"/>
              </a:rPr>
              <a:t>   start=p;</a:t>
            </a:r>
          </a:p>
          <a:p>
            <a:pPr>
              <a:spcBef>
                <a:spcPct val="0"/>
              </a:spcBef>
              <a:buFont typeface="Arial" pitchFamily="34" charset="0"/>
              <a:buNone/>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cout</a:t>
            </a:r>
            <a:r>
              <a:rPr lang="en-US" sz="2800" dirty="0">
                <a:latin typeface="Courier New" pitchFamily="49" charset="0"/>
                <a:cs typeface="Courier New" pitchFamily="49" charset="0"/>
              </a:rPr>
              <a:t>&lt;&lt;”Node inserted at the end…!\n”;</a:t>
            </a:r>
          </a:p>
          <a:p>
            <a:pPr>
              <a:spcBef>
                <a:spcPct val="0"/>
              </a:spcBef>
              <a:buFont typeface="Arial" pitchFamily="34" charset="0"/>
              <a:buNone/>
            </a:pPr>
            <a:r>
              <a:rPr lang="en-US" sz="2800" dirty="0">
                <a:latin typeface="Courier New" pitchFamily="49" charset="0"/>
                <a:cs typeface="Courier New" pitchFamily="49" charset="0"/>
              </a:rPr>
              <a:t>  }</a:t>
            </a:r>
          </a:p>
          <a:p>
            <a:pPr>
              <a:spcBef>
                <a:spcPct val="0"/>
              </a:spcBef>
              <a:buFont typeface="Arial" pitchFamily="34" charset="0"/>
              <a:buNone/>
            </a:pPr>
            <a:r>
              <a:rPr lang="en-US" sz="2800" dirty="0">
                <a:latin typeface="Courier New" pitchFamily="49" charset="0"/>
                <a:cs typeface="Courier New" pitchFamily="49" charset="0"/>
              </a:rPr>
              <a:t>  else</a:t>
            </a:r>
          </a:p>
          <a:p>
            <a:pPr>
              <a:spcBef>
                <a:spcPct val="0"/>
              </a:spcBef>
              <a:buFont typeface="Arial" pitchFamily="34" charset="0"/>
              <a:buNone/>
            </a:pPr>
            <a:r>
              <a:rPr lang="en-US" sz="2800" dirty="0">
                <a:latin typeface="Courier New" pitchFamily="49" charset="0"/>
                <a:cs typeface="Courier New" pitchFamily="49" charset="0"/>
              </a:rPr>
              <a:t>  {</a:t>
            </a:r>
            <a:r>
              <a:rPr lang="en-US" sz="1800" dirty="0">
                <a:solidFill>
                  <a:srgbClr val="FF0000"/>
                </a:solidFill>
                <a:latin typeface="Courier New" pitchFamily="49" charset="0"/>
                <a:cs typeface="Courier New" pitchFamily="49" charset="0"/>
              </a:rPr>
              <a:t>// the loop terminate when </a:t>
            </a:r>
            <a:r>
              <a:rPr lang="en-US" sz="1800" b="1" dirty="0">
                <a:solidFill>
                  <a:srgbClr val="FF0000"/>
                </a:solidFill>
                <a:latin typeface="Courier New" pitchFamily="49" charset="0"/>
                <a:cs typeface="Courier New" pitchFamily="49" charset="0"/>
              </a:rPr>
              <a:t>q </a:t>
            </a:r>
            <a:r>
              <a:rPr lang="en-US" sz="1800" dirty="0">
                <a:solidFill>
                  <a:srgbClr val="FF0000"/>
                </a:solidFill>
                <a:latin typeface="Courier New" pitchFamily="49" charset="0"/>
                <a:cs typeface="Courier New" pitchFamily="49" charset="0"/>
              </a:rPr>
              <a:t>points to the last node</a:t>
            </a:r>
            <a:r>
              <a:rPr lang="en-US" sz="2800" dirty="0">
                <a:latin typeface="Courier New" pitchFamily="49" charset="0"/>
                <a:cs typeface="Courier New" pitchFamily="49" charset="0"/>
              </a:rPr>
              <a:t>   </a:t>
            </a:r>
          </a:p>
          <a:p>
            <a:pPr>
              <a:spcBef>
                <a:spcPct val="0"/>
              </a:spcBef>
              <a:buFont typeface="Arial" pitchFamily="34" charset="0"/>
              <a:buNone/>
            </a:pPr>
            <a:r>
              <a:rPr lang="en-US" sz="2800" dirty="0">
                <a:latin typeface="Courier New" pitchFamily="49" charset="0"/>
                <a:cs typeface="Courier New" pitchFamily="49" charset="0"/>
              </a:rPr>
              <a:t>     while(q-&gt;next!=NULL)</a:t>
            </a:r>
          </a:p>
          <a:p>
            <a:pPr>
              <a:spcBef>
                <a:spcPct val="0"/>
              </a:spcBef>
              <a:buFont typeface="Arial" pitchFamily="34" charset="0"/>
              <a:buNone/>
            </a:pPr>
            <a:r>
              <a:rPr lang="en-US" sz="2800" dirty="0">
                <a:latin typeface="Courier New" pitchFamily="49" charset="0"/>
                <a:cs typeface="Courier New" pitchFamily="49" charset="0"/>
              </a:rPr>
              <a:t>              q=q-&gt;next;</a:t>
            </a:r>
          </a:p>
          <a:p>
            <a:pPr>
              <a:spcBef>
                <a:spcPct val="0"/>
              </a:spcBef>
              <a:buFont typeface="Arial" pitchFamily="34" charset="0"/>
              <a:buNone/>
            </a:pPr>
            <a:endParaRPr lang="en-US" sz="1100" dirty="0">
              <a:latin typeface="Courier New" pitchFamily="49" charset="0"/>
              <a:cs typeface="Courier New" pitchFamily="49" charset="0"/>
            </a:endParaRPr>
          </a:p>
          <a:p>
            <a:pPr>
              <a:spcBef>
                <a:spcPct val="0"/>
              </a:spcBef>
              <a:buFont typeface="Arial" pitchFamily="34" charset="0"/>
              <a:buNone/>
            </a:pPr>
            <a:r>
              <a:rPr lang="en-US" sz="2800" dirty="0">
                <a:latin typeface="Courier New" pitchFamily="49" charset="0"/>
                <a:cs typeface="Courier New" pitchFamily="49" charset="0"/>
              </a:rPr>
              <a:t>     </a:t>
            </a:r>
            <a:r>
              <a:rPr lang="en-US" sz="2800" b="1" dirty="0">
                <a:solidFill>
                  <a:srgbClr val="FF0000"/>
                </a:solidFill>
                <a:latin typeface="Courier New" pitchFamily="49" charset="0"/>
                <a:cs typeface="Courier New" pitchFamily="49" charset="0"/>
              </a:rPr>
              <a:t>q-&gt;next=p;</a:t>
            </a:r>
            <a:r>
              <a:rPr lang="en-US" sz="1800" b="1" dirty="0">
                <a:solidFill>
                  <a:srgbClr val="FF0000"/>
                </a:solidFill>
                <a:latin typeface="Courier New" pitchFamily="49" charset="0"/>
                <a:cs typeface="Courier New" pitchFamily="49" charset="0"/>
              </a:rPr>
              <a:t> </a:t>
            </a:r>
            <a:r>
              <a:rPr lang="en-US" sz="1800" dirty="0">
                <a:solidFill>
                  <a:srgbClr val="FF0000"/>
                </a:solidFill>
                <a:latin typeface="Courier New" pitchFamily="49" charset="0"/>
                <a:cs typeface="Courier New" pitchFamily="49" charset="0"/>
              </a:rPr>
              <a:t>// the new node is made the last node</a:t>
            </a:r>
            <a:endParaRPr lang="en-US" sz="2800" dirty="0">
              <a:solidFill>
                <a:srgbClr val="FF0000"/>
              </a:solidFill>
              <a:latin typeface="Courier New" pitchFamily="49" charset="0"/>
              <a:cs typeface="Courier New" pitchFamily="49" charset="0"/>
            </a:endParaRPr>
          </a:p>
          <a:p>
            <a:pPr>
              <a:spcBef>
                <a:spcPct val="0"/>
              </a:spcBef>
              <a:buFont typeface="Arial" pitchFamily="34" charset="0"/>
              <a:buNone/>
            </a:pPr>
            <a:r>
              <a:rPr lang="en-US" sz="2800" dirty="0">
                <a:latin typeface="Courier New" pitchFamily="49" charset="0"/>
                <a:cs typeface="Courier New" pitchFamily="49" charset="0"/>
              </a:rPr>
              <a:t>   }</a:t>
            </a:r>
          </a:p>
          <a:p>
            <a:pPr>
              <a:spcBef>
                <a:spcPct val="0"/>
              </a:spcBef>
              <a:buFont typeface="Arial" pitchFamily="34" charset="0"/>
              <a:buNone/>
            </a:pPr>
            <a:r>
              <a:rPr lang="en-US" sz="2800" dirty="0">
                <a:latin typeface="Courier New" pitchFamily="49" charset="0"/>
                <a:cs typeface="Courier New" pitchFamily="49" charset="0"/>
              </a:rPr>
              <a:t> }</a:t>
            </a:r>
          </a:p>
        </p:txBody>
      </p:sp>
      <p:sp>
        <p:nvSpPr>
          <p:cNvPr id="2" name="Slide Number Placeholder 1"/>
          <p:cNvSpPr>
            <a:spLocks noGrp="1"/>
          </p:cNvSpPr>
          <p:nvPr>
            <p:ph type="sldNum" sz="quarter" idx="12"/>
          </p:nvPr>
        </p:nvSpPr>
        <p:spPr/>
        <p:txBody>
          <a:bodyPr/>
          <a:lstStyle/>
          <a:p>
            <a:pPr>
              <a:defRPr/>
            </a:pPr>
            <a:fld id="{2E23ABF6-E700-4FC6-8F22-2E7D1EFCD9F0}"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304800" y="228600"/>
            <a:ext cx="8382000" cy="685800"/>
          </a:xfrm>
        </p:spPr>
        <p:txBody>
          <a:bodyPr/>
          <a:lstStyle/>
          <a:p>
            <a:r>
              <a:rPr lang="en-US" sz="3600">
                <a:latin typeface="Maiandra GD" pitchFamily="34" charset="0"/>
              </a:rPr>
              <a:t>Inserting after an element</a:t>
            </a:r>
          </a:p>
        </p:txBody>
      </p:sp>
      <p:sp>
        <p:nvSpPr>
          <p:cNvPr id="34819" name="Content Placeholder 2"/>
          <p:cNvSpPr>
            <a:spLocks noGrp="1"/>
          </p:cNvSpPr>
          <p:nvPr>
            <p:ph idx="1"/>
          </p:nvPr>
        </p:nvSpPr>
        <p:spPr>
          <a:xfrm>
            <a:off x="222250" y="990600"/>
            <a:ext cx="8629650" cy="4876800"/>
          </a:xfrm>
        </p:spPr>
        <p:txBody>
          <a:bodyPr/>
          <a:lstStyle/>
          <a:p>
            <a:pPr marL="182880">
              <a:spcBef>
                <a:spcPts val="0"/>
              </a:spcBef>
              <a:buFont typeface="Arial" pitchFamily="34" charset="0"/>
              <a:buNone/>
              <a:defRPr/>
            </a:pPr>
            <a:r>
              <a:rPr lang="en-US" sz="2800" dirty="0">
                <a:latin typeface="Maiandra GD" pitchFamily="34" charset="0"/>
              </a:rPr>
              <a:t>Here  we  again  need  to  do  2 steps :-</a:t>
            </a:r>
          </a:p>
          <a:p>
            <a:pPr>
              <a:buFont typeface="Wingdings" pitchFamily="2" charset="2"/>
              <a:buChar char="§"/>
              <a:defRPr/>
            </a:pPr>
            <a:r>
              <a:rPr lang="en-US" sz="2400" dirty="0">
                <a:latin typeface="Maiandra GD" pitchFamily="34" charset="0"/>
              </a:rPr>
              <a:t>Make the next pointer of the node to be inserted point to the next node of the node after which you want to insert the node.</a:t>
            </a:r>
          </a:p>
          <a:p>
            <a:pPr>
              <a:buFont typeface="Wingdings" pitchFamily="2" charset="2"/>
              <a:buChar char="§"/>
              <a:defRPr/>
            </a:pPr>
            <a:r>
              <a:rPr lang="en-US" sz="2400" dirty="0">
                <a:latin typeface="Maiandra GD" pitchFamily="34" charset="0"/>
              </a:rPr>
              <a:t>Make the next pointer of the node after which the node is to be inserted, point to the node to be inserted. </a:t>
            </a:r>
          </a:p>
          <a:p>
            <a:pPr>
              <a:buFont typeface="Arial" pitchFamily="34" charset="0"/>
              <a:buNone/>
              <a:defRPr/>
            </a:pPr>
            <a:r>
              <a:rPr lang="en-US" sz="2400" dirty="0">
                <a:latin typeface="Maiandra GD" pitchFamily="34" charset="0"/>
              </a:rPr>
              <a:t>    or</a:t>
            </a:r>
          </a:p>
          <a:p>
            <a:pPr marL="457200" indent="-457200" eaLnBrk="1" hangingPunct="1">
              <a:buFont typeface="+mj-lt"/>
              <a:buAutoNum type="arabicPeriod"/>
              <a:defRPr/>
            </a:pPr>
            <a:r>
              <a:rPr lang="en-US" sz="2400" dirty="0">
                <a:latin typeface="Maiandra GD" pitchFamily="34" charset="0"/>
              </a:rPr>
              <a:t>Create a Node</a:t>
            </a:r>
          </a:p>
          <a:p>
            <a:pPr marL="457200" indent="-457200" eaLnBrk="1" hangingPunct="1">
              <a:buFont typeface="+mj-lt"/>
              <a:buAutoNum type="arabicPeriod"/>
              <a:defRPr/>
            </a:pPr>
            <a:r>
              <a:rPr lang="en-US" sz="2400" dirty="0">
                <a:latin typeface="Maiandra GD" pitchFamily="34" charset="0"/>
              </a:rPr>
              <a:t>Set the node data Values</a:t>
            </a:r>
          </a:p>
          <a:p>
            <a:pPr marL="457200" indent="-457200" eaLnBrk="1" hangingPunct="1">
              <a:buFont typeface="+mj-lt"/>
              <a:buAutoNum type="arabicPeriod"/>
              <a:defRPr/>
            </a:pPr>
            <a:r>
              <a:rPr lang="en-US" sz="2400" dirty="0">
                <a:latin typeface="Maiandra GD" pitchFamily="34" charset="0"/>
              </a:rPr>
              <a:t>Break pointer connection</a:t>
            </a:r>
          </a:p>
          <a:p>
            <a:pPr marL="457200" indent="-457200" eaLnBrk="1" hangingPunct="1">
              <a:buFont typeface="+mj-lt"/>
              <a:buAutoNum type="arabicPeriod"/>
              <a:defRPr/>
            </a:pPr>
            <a:r>
              <a:rPr lang="en-US" sz="2400" dirty="0">
                <a:latin typeface="Maiandra GD" pitchFamily="34" charset="0"/>
              </a:rPr>
              <a:t>Re-connect the pointers</a:t>
            </a:r>
          </a:p>
          <a:p>
            <a:pPr>
              <a:buFont typeface="Wingdings" pitchFamily="2" charset="2"/>
              <a:buChar char="§"/>
              <a:defRPr/>
            </a:pPr>
            <a:endParaRPr lang="en-US" sz="2400" dirty="0">
              <a:latin typeface="Maiandra GD" pitchFamily="34" charset="0"/>
            </a:endParaRPr>
          </a:p>
        </p:txBody>
      </p:sp>
      <p:pic>
        <p:nvPicPr>
          <p:cNvPr id="35844" name="Content Placeholder 3" descr="inafter.png"/>
          <p:cNvPicPr>
            <a:picLocks noChangeAspect="1"/>
          </p:cNvPicPr>
          <p:nvPr/>
        </p:nvPicPr>
        <p:blipFill>
          <a:blip r:embed="rId2"/>
          <a:srcRect/>
          <a:stretch>
            <a:fillRect/>
          </a:stretch>
        </p:blipFill>
        <p:spPr bwMode="auto">
          <a:xfrm>
            <a:off x="4267200" y="3657600"/>
            <a:ext cx="4724400" cy="20574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pPr>
              <a:defRPr/>
            </a:pPr>
            <a:fld id="{1624E41C-CB50-4CFB-9B05-AC8ECA20AB85}"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763000" cy="5867400"/>
          </a:xfrm>
        </p:spPr>
        <p:txBody>
          <a:bodyPr>
            <a:normAutofit/>
          </a:bodyPr>
          <a:lstStyle/>
          <a:p>
            <a:pPr>
              <a:buFont typeface="Arial" pitchFamily="34" charset="0"/>
              <a:buNone/>
              <a:defRPr/>
            </a:pPr>
            <a:r>
              <a:rPr lang="en-US" sz="2800" dirty="0">
                <a:latin typeface="Courier New" pitchFamily="49" charset="0"/>
                <a:cs typeface="Courier New" pitchFamily="49" charset="0"/>
              </a:rPr>
              <a:t>void </a:t>
            </a:r>
            <a:r>
              <a:rPr lang="en-US" sz="2800" dirty="0" err="1">
                <a:latin typeface="Courier New" pitchFamily="49" charset="0"/>
                <a:cs typeface="Courier New" pitchFamily="49" charset="0"/>
              </a:rPr>
              <a:t>insert_after</a:t>
            </a:r>
            <a:r>
              <a:rPr lang="en-US" sz="2800" dirty="0">
                <a:latin typeface="Courier New" pitchFamily="49" charset="0"/>
                <a:cs typeface="Courier New" pitchFamily="49" charset="0"/>
              </a:rPr>
              <a:t>(</a:t>
            </a:r>
            <a:r>
              <a:rPr lang="en-US" sz="2800" dirty="0" err="1">
                <a:latin typeface="Courier New" pitchFamily="49" charset="0"/>
                <a:cs typeface="Courier New" pitchFamily="49" charset="0"/>
              </a:rPr>
              <a:t>int</a:t>
            </a:r>
            <a:r>
              <a:rPr lang="en-US" sz="2800" dirty="0">
                <a:latin typeface="Courier New" pitchFamily="49" charset="0"/>
                <a:cs typeface="Courier New" pitchFamily="49" charset="0"/>
              </a:rPr>
              <a:t> c, student *p){</a:t>
            </a:r>
          </a:p>
          <a:p>
            <a:pPr>
              <a:buFont typeface="Arial" pitchFamily="34" charset="0"/>
              <a:buNone/>
              <a:defRPr/>
            </a:pPr>
            <a:r>
              <a:rPr lang="en-US" sz="2800" dirty="0">
                <a:latin typeface="Courier New" pitchFamily="49" charset="0"/>
                <a:cs typeface="Courier New" pitchFamily="49" charset="0"/>
              </a:rPr>
              <a:t>  student *q;</a:t>
            </a:r>
          </a:p>
          <a:p>
            <a:pPr>
              <a:buFont typeface="Arial" pitchFamily="34" charset="0"/>
              <a:buNone/>
              <a:defRPr/>
            </a:pPr>
            <a:r>
              <a:rPr lang="en-US" sz="2800" dirty="0">
                <a:latin typeface="Courier New" pitchFamily="49" charset="0"/>
                <a:cs typeface="Courier New" pitchFamily="49" charset="0"/>
              </a:rPr>
              <a:t>  q=start;</a:t>
            </a:r>
          </a:p>
          <a:p>
            <a:pPr>
              <a:buFont typeface="Arial" pitchFamily="34" charset="0"/>
              <a:buNone/>
              <a:defRPr/>
            </a:pPr>
            <a:r>
              <a:rPr lang="en-US" sz="2800" dirty="0">
                <a:latin typeface="Courier New" pitchFamily="49" charset="0"/>
                <a:cs typeface="Courier New" pitchFamily="49" charset="0"/>
              </a:rPr>
              <a:t>  for(int </a:t>
            </a:r>
            <a:r>
              <a:rPr lang="en-US" sz="2800" dirty="0" err="1">
                <a:latin typeface="Courier New" pitchFamily="49" charset="0"/>
                <a:cs typeface="Courier New" pitchFamily="49" charset="0"/>
              </a:rPr>
              <a:t>i</a:t>
            </a:r>
            <a:r>
              <a:rPr lang="en-US" sz="2800" dirty="0">
                <a:latin typeface="Courier New" pitchFamily="49" charset="0"/>
                <a:cs typeface="Courier New" pitchFamily="49" charset="0"/>
              </a:rPr>
              <a:t>=2;i&lt;c; i++)</a:t>
            </a:r>
          </a:p>
          <a:p>
            <a:pPr>
              <a:buFont typeface="Arial" pitchFamily="34" charset="0"/>
              <a:buNone/>
              <a:defRPr/>
            </a:pPr>
            <a:r>
              <a:rPr lang="en-US" sz="2800" dirty="0">
                <a:latin typeface="Courier New" pitchFamily="49" charset="0"/>
                <a:cs typeface="Courier New" pitchFamily="49" charset="0"/>
              </a:rPr>
              <a:t>           q=q-&gt;next;</a:t>
            </a:r>
          </a:p>
          <a:p>
            <a:pPr>
              <a:buFont typeface="Arial" pitchFamily="34" charset="0"/>
              <a:buNone/>
              <a:defRPr/>
            </a:pPr>
            <a:r>
              <a:rPr lang="en-US" sz="2800" dirty="0">
                <a:latin typeface="Courier New" pitchFamily="49" charset="0"/>
                <a:cs typeface="Courier New" pitchFamily="49" charset="0"/>
              </a:rPr>
              <a:t>  if(q==NULL)</a:t>
            </a:r>
          </a:p>
          <a:p>
            <a:pPr>
              <a:buFont typeface="Arial" pitchFamily="34" charset="0"/>
              <a:buNone/>
              <a:defRPr/>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cout</a:t>
            </a:r>
            <a:r>
              <a:rPr lang="en-US" sz="2800" dirty="0">
                <a:latin typeface="Courier New" pitchFamily="49" charset="0"/>
                <a:cs typeface="Courier New" pitchFamily="49" charset="0"/>
              </a:rPr>
              <a:t>&lt;&lt;”Less than “&lt;&lt;c&lt;&lt;” nodes…!”; </a:t>
            </a:r>
          </a:p>
          <a:p>
            <a:pPr>
              <a:buFont typeface="Arial" pitchFamily="34" charset="0"/>
              <a:buNone/>
              <a:defRPr/>
            </a:pPr>
            <a:r>
              <a:rPr lang="en-US" sz="2800" dirty="0">
                <a:latin typeface="Courier New" pitchFamily="49" charset="0"/>
                <a:cs typeface="Courier New" pitchFamily="49" charset="0"/>
              </a:rPr>
              <a:t>  p-&gt;next=q-&gt;next;</a:t>
            </a:r>
          </a:p>
          <a:p>
            <a:pPr>
              <a:buFont typeface="Arial" pitchFamily="34" charset="0"/>
              <a:buNone/>
              <a:defRPr/>
            </a:pPr>
            <a:r>
              <a:rPr lang="en-US" sz="2800" dirty="0">
                <a:latin typeface="Courier New" pitchFamily="49" charset="0"/>
                <a:cs typeface="Courier New" pitchFamily="49" charset="0"/>
              </a:rPr>
              <a:t>  q-&gt;next=p;</a:t>
            </a:r>
          </a:p>
          <a:p>
            <a:pPr>
              <a:buFont typeface="Arial" pitchFamily="34" charset="0"/>
              <a:buNone/>
              <a:defRPr/>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cout</a:t>
            </a:r>
            <a:r>
              <a:rPr lang="en-US" sz="2800" dirty="0">
                <a:latin typeface="Courier New" pitchFamily="49" charset="0"/>
                <a:cs typeface="Courier New" pitchFamily="49" charset="0"/>
              </a:rPr>
              <a:t>&lt;&lt;”Node inserted successfully”;</a:t>
            </a:r>
          </a:p>
          <a:p>
            <a:pPr>
              <a:buFont typeface="Arial" pitchFamily="34" charset="0"/>
              <a:buNone/>
              <a:defRPr/>
            </a:pPr>
            <a:r>
              <a:rPr lang="en-US" sz="2800" dirty="0">
                <a:latin typeface="Courier New" pitchFamily="49" charset="0"/>
                <a:cs typeface="Courier New" pitchFamily="49" charset="0"/>
              </a:rPr>
              <a:t>}</a:t>
            </a:r>
          </a:p>
          <a:p>
            <a:pPr>
              <a:buFont typeface="Arial" pitchFamily="34" charset="0"/>
              <a:buNone/>
              <a:defRPr/>
            </a:pPr>
            <a:endParaRPr lang="en-US" dirty="0">
              <a:solidFill>
                <a:schemeClr val="accent1">
                  <a:lumMod val="75000"/>
                </a:schemeClr>
              </a:solidFill>
            </a:endParaRPr>
          </a:p>
          <a:p>
            <a:pPr>
              <a:buFont typeface="Arial" pitchFamily="34" charset="0"/>
              <a:buNone/>
              <a:defRPr/>
            </a:pPr>
            <a:endParaRPr lang="en-US" dirty="0"/>
          </a:p>
        </p:txBody>
      </p:sp>
      <p:sp>
        <p:nvSpPr>
          <p:cNvPr id="2" name="Slide Number Placeholder 1"/>
          <p:cNvSpPr>
            <a:spLocks noGrp="1"/>
          </p:cNvSpPr>
          <p:nvPr>
            <p:ph type="sldNum" sz="quarter" idx="12"/>
          </p:nvPr>
        </p:nvSpPr>
        <p:spPr/>
        <p:txBody>
          <a:bodyPr/>
          <a:lstStyle/>
          <a:p>
            <a:pPr>
              <a:defRPr/>
            </a:pPr>
            <a:fld id="{9C72E741-39EE-4EEE-8B8A-D4811A7E4517}"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84238"/>
            <a:ext cx="8763000" cy="5592762"/>
          </a:xfrm>
        </p:spPr>
        <p:txBody>
          <a:bodyPr/>
          <a:lstStyle/>
          <a:p>
            <a:pPr>
              <a:defRPr/>
            </a:pPr>
            <a:r>
              <a:rPr lang="en-US" sz="2400" dirty="0">
                <a:latin typeface="Maiandra GD" pitchFamily="34" charset="0"/>
              </a:rPr>
              <a:t>Having added one or more nodes, we need to display the list of nodes on the screen using the following steps</a:t>
            </a:r>
          </a:p>
          <a:p>
            <a:pPr>
              <a:buFont typeface="Arial" pitchFamily="34" charset="0"/>
              <a:buNone/>
              <a:defRPr/>
            </a:pPr>
            <a:r>
              <a:rPr lang="en-US" sz="2800" dirty="0">
                <a:latin typeface="Maiandra GD" pitchFamily="34" charset="0"/>
              </a:rPr>
              <a:t>Steps</a:t>
            </a:r>
          </a:p>
          <a:p>
            <a:pPr marL="731520" indent="-457200">
              <a:buFont typeface="+mj-lt"/>
              <a:buAutoNum type="arabicPeriod"/>
              <a:defRPr/>
            </a:pPr>
            <a:r>
              <a:rPr lang="en-US" sz="2400" dirty="0">
                <a:latin typeface="Maiandra GD" pitchFamily="34" charset="0"/>
              </a:rPr>
              <a:t>Set a temporary pointer to point to the same thing as the start pointer</a:t>
            </a:r>
          </a:p>
          <a:p>
            <a:pPr marL="731520" indent="-457200">
              <a:buFont typeface="+mj-lt"/>
              <a:buAutoNum type="arabicPeriod"/>
              <a:defRPr/>
            </a:pPr>
            <a:r>
              <a:rPr lang="en-US" sz="2400" dirty="0">
                <a:latin typeface="Maiandra GD" pitchFamily="34" charset="0"/>
              </a:rPr>
              <a:t>If the pointer points to NULL, display the message “End of list” and stop</a:t>
            </a:r>
          </a:p>
          <a:p>
            <a:pPr marL="731520" indent="-457200">
              <a:buFont typeface="+mj-lt"/>
              <a:buAutoNum type="arabicPeriod"/>
              <a:defRPr/>
            </a:pPr>
            <a:r>
              <a:rPr lang="en-US" sz="2400" dirty="0">
                <a:latin typeface="Maiandra GD" pitchFamily="34" charset="0"/>
              </a:rPr>
              <a:t>Otherwise, display the details of the node pointed by the start node</a:t>
            </a:r>
          </a:p>
          <a:p>
            <a:pPr marL="731520" indent="-457200">
              <a:buFont typeface="+mj-lt"/>
              <a:buAutoNum type="arabicPeriod"/>
              <a:defRPr/>
            </a:pPr>
            <a:r>
              <a:rPr lang="en-US" sz="2400" dirty="0">
                <a:latin typeface="Maiandra GD" pitchFamily="34" charset="0"/>
              </a:rPr>
              <a:t>Make the temporary pointer point to the same thing as the </a:t>
            </a:r>
            <a:r>
              <a:rPr lang="en-US" sz="2400" b="1" dirty="0">
                <a:solidFill>
                  <a:srgbClr val="FF0000"/>
                </a:solidFill>
                <a:latin typeface="Maiandra GD" pitchFamily="34" charset="0"/>
              </a:rPr>
              <a:t>next </a:t>
            </a:r>
            <a:r>
              <a:rPr lang="en-US" sz="2400" dirty="0">
                <a:latin typeface="Maiandra GD" pitchFamily="34" charset="0"/>
              </a:rPr>
              <a:t>pointer of the node it is currently indicating</a:t>
            </a:r>
          </a:p>
          <a:p>
            <a:pPr marL="731520" indent="-457200">
              <a:buFont typeface="+mj-lt"/>
              <a:buAutoNum type="arabicPeriod"/>
              <a:defRPr/>
            </a:pPr>
            <a:r>
              <a:rPr lang="en-US" sz="2400" dirty="0">
                <a:latin typeface="Maiandra GD" pitchFamily="34" charset="0"/>
              </a:rPr>
              <a:t>Jump back to step 2</a:t>
            </a:r>
          </a:p>
          <a:p>
            <a:pPr>
              <a:defRPr/>
            </a:pPr>
            <a:endParaRPr lang="en-US" sz="2400" dirty="0">
              <a:latin typeface="Maiandra GD" pitchFamily="34" charset="0"/>
            </a:endParaRPr>
          </a:p>
          <a:p>
            <a:pPr marL="457200" indent="-457200">
              <a:buFont typeface="+mj-lt"/>
              <a:buAutoNum type="arabicPeriod"/>
              <a:defRPr/>
            </a:pPr>
            <a:endParaRPr lang="en-US" sz="2400" dirty="0">
              <a:latin typeface="Maiandra GD" pitchFamily="34" charset="0"/>
            </a:endParaRPr>
          </a:p>
        </p:txBody>
      </p:sp>
      <p:sp>
        <p:nvSpPr>
          <p:cNvPr id="4" name="Slide Number Placeholder 3"/>
          <p:cNvSpPr>
            <a:spLocks noGrp="1"/>
          </p:cNvSpPr>
          <p:nvPr>
            <p:ph type="sldNum" sz="quarter" idx="12"/>
          </p:nvPr>
        </p:nvSpPr>
        <p:spPr/>
        <p:txBody>
          <a:bodyPr/>
          <a:lstStyle/>
          <a:p>
            <a:pPr>
              <a:defRPr/>
            </a:pPr>
            <a:fld id="{34B42330-3AE3-473C-8C75-4B8F2DA90DE7}" type="slidenum">
              <a:rPr lang="en-US" smtClean="0"/>
              <a:pPr>
                <a:defRPr/>
              </a:pPr>
              <a:t>36</a:t>
            </a:fld>
            <a:endParaRPr lang="en-US"/>
          </a:p>
        </p:txBody>
      </p:sp>
      <p:sp>
        <p:nvSpPr>
          <p:cNvPr id="37892" name="Title 1"/>
          <p:cNvSpPr>
            <a:spLocks noGrp="1"/>
          </p:cNvSpPr>
          <p:nvPr>
            <p:ph type="title"/>
          </p:nvPr>
        </p:nvSpPr>
        <p:spPr>
          <a:xfrm>
            <a:off x="304800" y="228600"/>
            <a:ext cx="8382000" cy="685800"/>
          </a:xfrm>
        </p:spPr>
        <p:txBody>
          <a:bodyPr/>
          <a:lstStyle/>
          <a:p>
            <a:r>
              <a:rPr lang="en-US" sz="3600">
                <a:latin typeface="Maiandra GD" pitchFamily="34" charset="0"/>
              </a:rPr>
              <a:t>Displaying the list of nodes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501E745-EDFA-4601-BB6E-BFFFF1D4F7AF}" type="slidenum">
              <a:rPr lang="en-US" smtClean="0"/>
              <a:pPr>
                <a:defRPr/>
              </a:pPr>
              <a:t>37</a:t>
            </a:fld>
            <a:endParaRPr lang="en-US"/>
          </a:p>
        </p:txBody>
      </p:sp>
      <p:sp>
        <p:nvSpPr>
          <p:cNvPr id="5" name="Content Placeholder 2"/>
          <p:cNvSpPr>
            <a:spLocks noGrp="1"/>
          </p:cNvSpPr>
          <p:nvPr>
            <p:ph idx="1"/>
          </p:nvPr>
        </p:nvSpPr>
        <p:spPr>
          <a:xfrm>
            <a:off x="228600" y="381000"/>
            <a:ext cx="8686800" cy="6248400"/>
          </a:xfrm>
        </p:spPr>
        <p:txBody>
          <a:bodyPr>
            <a:normAutofit fontScale="85000" lnSpcReduction="20000"/>
          </a:bodyPr>
          <a:lstStyle/>
          <a:p>
            <a:pPr>
              <a:buFont typeface="Arial" pitchFamily="34" charset="0"/>
              <a:buNone/>
              <a:defRPr/>
            </a:pPr>
            <a:r>
              <a:rPr lang="en-US" sz="2800" dirty="0">
                <a:latin typeface="Courier New" pitchFamily="49" charset="0"/>
                <a:cs typeface="Courier New" pitchFamily="49" charset="0"/>
              </a:rPr>
              <a:t>void display()</a:t>
            </a:r>
          </a:p>
          <a:p>
            <a:pPr>
              <a:buFont typeface="Arial" pitchFamily="34" charset="0"/>
              <a:buNone/>
              <a:defRPr/>
            </a:pPr>
            <a:r>
              <a:rPr lang="en-US" sz="2800" dirty="0">
                <a:solidFill>
                  <a:srgbClr val="7030A0"/>
                </a:solidFill>
                <a:latin typeface="Courier New" pitchFamily="49" charset="0"/>
                <a:cs typeface="Courier New" pitchFamily="49" charset="0"/>
              </a:rPr>
              <a:t>{</a:t>
            </a:r>
          </a:p>
          <a:p>
            <a:pPr>
              <a:buFont typeface="Arial" pitchFamily="34" charset="0"/>
              <a:buNone/>
              <a:defRPr/>
            </a:pPr>
            <a:r>
              <a:rPr lang="en-US" sz="2800" dirty="0">
                <a:latin typeface="Courier New" pitchFamily="49" charset="0"/>
                <a:cs typeface="Courier New" pitchFamily="49" charset="0"/>
              </a:rPr>
              <a:t> student *q=start;</a:t>
            </a:r>
          </a:p>
          <a:p>
            <a:pPr>
              <a:buFont typeface="Arial" pitchFamily="34" charset="0"/>
              <a:buNone/>
              <a:defRPr/>
            </a:pPr>
            <a:r>
              <a:rPr lang="en-US" sz="2800" dirty="0">
                <a:latin typeface="Courier New" pitchFamily="49" charset="0"/>
                <a:cs typeface="Courier New" pitchFamily="49" charset="0"/>
              </a:rPr>
              <a:t> do</a:t>
            </a:r>
          </a:p>
          <a:p>
            <a:pPr>
              <a:buFont typeface="Arial" pitchFamily="34" charset="0"/>
              <a:buNone/>
              <a:defRPr/>
            </a:pPr>
            <a:r>
              <a:rPr lang="en-US" sz="2800" dirty="0">
                <a:latin typeface="Courier New" pitchFamily="49" charset="0"/>
                <a:cs typeface="Courier New" pitchFamily="49" charset="0"/>
              </a:rPr>
              <a:t>  </a:t>
            </a:r>
            <a:r>
              <a:rPr lang="en-US" sz="2800" dirty="0">
                <a:solidFill>
                  <a:srgbClr val="00B050"/>
                </a:solidFill>
                <a:latin typeface="Courier New" pitchFamily="49" charset="0"/>
                <a:cs typeface="Courier New" pitchFamily="49" charset="0"/>
              </a:rPr>
              <a:t>{</a:t>
            </a:r>
            <a:r>
              <a:rPr lang="en-US" sz="2800" dirty="0">
                <a:latin typeface="Courier New" pitchFamily="49" charset="0"/>
                <a:cs typeface="Courier New" pitchFamily="49" charset="0"/>
              </a:rPr>
              <a:t> if(q==NULL)</a:t>
            </a:r>
          </a:p>
          <a:p>
            <a:pPr>
              <a:buFont typeface="Arial" pitchFamily="34" charset="0"/>
              <a:buNone/>
              <a:defRPr/>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cout</a:t>
            </a:r>
            <a:r>
              <a:rPr lang="en-US" sz="2800" dirty="0">
                <a:latin typeface="Courier New" pitchFamily="49" charset="0"/>
                <a:cs typeface="Courier New" pitchFamily="49" charset="0"/>
              </a:rPr>
              <a:t>&lt;&lt;“End of List\n”;</a:t>
            </a:r>
          </a:p>
          <a:p>
            <a:pPr>
              <a:buFont typeface="Arial" pitchFamily="34" charset="0"/>
              <a:buNone/>
              <a:defRPr/>
            </a:pPr>
            <a:r>
              <a:rPr lang="en-US" sz="2800" dirty="0">
                <a:latin typeface="Courier New" pitchFamily="49" charset="0"/>
                <a:cs typeface="Courier New" pitchFamily="49" charset="0"/>
              </a:rPr>
              <a:t>    else</a:t>
            </a:r>
          </a:p>
          <a:p>
            <a:pPr>
              <a:buFont typeface="Arial" pitchFamily="34" charset="0"/>
              <a:buNone/>
              <a:defRPr/>
            </a:pPr>
            <a:r>
              <a:rPr lang="en-US" sz="2800" dirty="0">
                <a:latin typeface="Courier New" pitchFamily="49" charset="0"/>
                <a:cs typeface="Courier New" pitchFamily="49" charset="0"/>
              </a:rPr>
              <a:t>    </a:t>
            </a:r>
            <a:r>
              <a:rPr lang="en-US" sz="2800" dirty="0">
                <a:solidFill>
                  <a:srgbClr val="FF0000"/>
                </a:solidFill>
                <a:latin typeface="Courier New" pitchFamily="49" charset="0"/>
                <a:cs typeface="Courier New" pitchFamily="49" charset="0"/>
              </a:rPr>
              <a:t>{</a:t>
            </a:r>
            <a:r>
              <a:rPr lang="en-US" sz="2800" dirty="0">
                <a:latin typeface="Courier New" pitchFamily="49" charset="0"/>
                <a:cs typeface="Courier New" pitchFamily="49" charset="0"/>
              </a:rPr>
              <a:t> // </a:t>
            </a:r>
            <a:r>
              <a:rPr lang="en-US" sz="2600" dirty="0">
                <a:latin typeface="Courier New" pitchFamily="49" charset="0"/>
                <a:cs typeface="Courier New" pitchFamily="49" charset="0"/>
              </a:rPr>
              <a:t>Display details for what q points to </a:t>
            </a:r>
            <a:endParaRPr lang="en-US" sz="2800" dirty="0">
              <a:latin typeface="Courier New" pitchFamily="49" charset="0"/>
              <a:cs typeface="Courier New" pitchFamily="49" charset="0"/>
            </a:endParaRPr>
          </a:p>
          <a:p>
            <a:pPr>
              <a:buFont typeface="Arial" pitchFamily="34" charset="0"/>
              <a:buNone/>
              <a:defRPr/>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cout</a:t>
            </a:r>
            <a:r>
              <a:rPr lang="en-US" sz="2800" dirty="0">
                <a:latin typeface="Courier New" pitchFamily="49" charset="0"/>
                <a:cs typeface="Courier New" pitchFamily="49" charset="0"/>
              </a:rPr>
              <a:t>&lt;&lt;“Name:”&lt;&lt;q-&gt;name&lt;&lt;</a:t>
            </a:r>
            <a:r>
              <a:rPr lang="en-US" sz="2800" dirty="0" err="1">
                <a:latin typeface="Courier New" pitchFamily="49" charset="0"/>
                <a:cs typeface="Courier New" pitchFamily="49" charset="0"/>
              </a:rPr>
              <a:t>endl</a:t>
            </a:r>
            <a:r>
              <a:rPr lang="en-US" sz="2800" dirty="0">
                <a:latin typeface="Courier New" pitchFamily="49" charset="0"/>
                <a:cs typeface="Courier New" pitchFamily="49" charset="0"/>
              </a:rPr>
              <a:t>;</a:t>
            </a:r>
          </a:p>
          <a:p>
            <a:pPr>
              <a:buFont typeface="Arial" pitchFamily="34" charset="0"/>
              <a:buNone/>
              <a:defRPr/>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cout</a:t>
            </a:r>
            <a:r>
              <a:rPr lang="en-US" sz="2800" dirty="0">
                <a:latin typeface="Courier New" pitchFamily="49" charset="0"/>
                <a:cs typeface="Courier New" pitchFamily="49" charset="0"/>
              </a:rPr>
              <a:t>&lt;&lt;“Age:”&lt;&lt;q-&gt;age&lt;&lt;</a:t>
            </a:r>
            <a:r>
              <a:rPr lang="en-US" sz="2800" dirty="0" err="1">
                <a:latin typeface="Courier New" pitchFamily="49" charset="0"/>
                <a:cs typeface="Courier New" pitchFamily="49" charset="0"/>
              </a:rPr>
              <a:t>endl</a:t>
            </a:r>
            <a:r>
              <a:rPr lang="en-US" sz="2800" dirty="0">
                <a:latin typeface="Courier New" pitchFamily="49" charset="0"/>
                <a:cs typeface="Courier New" pitchFamily="49" charset="0"/>
              </a:rPr>
              <a:t>;</a:t>
            </a:r>
          </a:p>
          <a:p>
            <a:pPr>
              <a:buFont typeface="Arial" pitchFamily="34" charset="0"/>
              <a:buNone/>
              <a:defRPr/>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cout</a:t>
            </a:r>
            <a:r>
              <a:rPr lang="en-US" sz="2800" dirty="0">
                <a:latin typeface="Courier New" pitchFamily="49" charset="0"/>
                <a:cs typeface="Courier New" pitchFamily="49" charset="0"/>
              </a:rPr>
              <a:t>&lt;&lt;“Department:”&lt;&lt;q-&gt;Dept&lt;&lt;</a:t>
            </a:r>
            <a:r>
              <a:rPr lang="en-US" sz="2800" dirty="0" err="1">
                <a:latin typeface="Courier New" pitchFamily="49" charset="0"/>
                <a:cs typeface="Courier New" pitchFamily="49" charset="0"/>
              </a:rPr>
              <a:t>endl</a:t>
            </a:r>
            <a:r>
              <a:rPr lang="en-US" sz="2800" dirty="0">
                <a:latin typeface="Courier New" pitchFamily="49" charset="0"/>
                <a:cs typeface="Courier New" pitchFamily="49" charset="0"/>
              </a:rPr>
              <a:t>;</a:t>
            </a:r>
          </a:p>
          <a:p>
            <a:pPr>
              <a:buFont typeface="Arial" pitchFamily="34" charset="0"/>
              <a:buNone/>
              <a:defRPr/>
            </a:pPr>
            <a:r>
              <a:rPr lang="en-US" sz="2800" dirty="0">
                <a:latin typeface="Courier New" pitchFamily="49" charset="0"/>
                <a:cs typeface="Courier New" pitchFamily="49" charset="0"/>
              </a:rPr>
              <a:t>      // Move to next node (if present)</a:t>
            </a:r>
          </a:p>
          <a:p>
            <a:pPr>
              <a:buFont typeface="Arial" pitchFamily="34" charset="0"/>
              <a:buNone/>
              <a:defRPr/>
            </a:pPr>
            <a:r>
              <a:rPr lang="en-US" sz="2800" dirty="0">
                <a:latin typeface="Courier New" pitchFamily="49" charset="0"/>
                <a:cs typeface="Courier New" pitchFamily="49" charset="0"/>
              </a:rPr>
              <a:t>      q=q-&gt;next;</a:t>
            </a:r>
          </a:p>
          <a:p>
            <a:pPr>
              <a:buFont typeface="Arial" pitchFamily="34" charset="0"/>
              <a:buNone/>
              <a:defRPr/>
            </a:pPr>
            <a:r>
              <a:rPr lang="en-US" sz="2800" dirty="0">
                <a:latin typeface="Courier New" pitchFamily="49" charset="0"/>
                <a:cs typeface="Courier New" pitchFamily="49" charset="0"/>
              </a:rPr>
              <a:t>    </a:t>
            </a:r>
            <a:r>
              <a:rPr lang="en-US" sz="2800" dirty="0">
                <a:solidFill>
                  <a:srgbClr val="FF0000"/>
                </a:solidFill>
                <a:latin typeface="Courier New" pitchFamily="49" charset="0"/>
                <a:cs typeface="Courier New" pitchFamily="49" charset="0"/>
              </a:rPr>
              <a:t>}</a:t>
            </a:r>
          </a:p>
          <a:p>
            <a:pPr>
              <a:buFont typeface="Arial" pitchFamily="34" charset="0"/>
              <a:buNone/>
              <a:defRPr/>
            </a:pPr>
            <a:r>
              <a:rPr lang="en-US" sz="2800" dirty="0">
                <a:latin typeface="Courier New" pitchFamily="49" charset="0"/>
                <a:cs typeface="Courier New" pitchFamily="49" charset="0"/>
              </a:rPr>
              <a:t>  </a:t>
            </a:r>
            <a:r>
              <a:rPr lang="en-US" sz="2800" dirty="0">
                <a:solidFill>
                  <a:srgbClr val="00B050"/>
                </a:solidFill>
                <a:latin typeface="Courier New" pitchFamily="49" charset="0"/>
                <a:cs typeface="Courier New" pitchFamily="49" charset="0"/>
              </a:rPr>
              <a:t>}</a:t>
            </a:r>
            <a:r>
              <a:rPr lang="en-US" sz="2800" dirty="0">
                <a:latin typeface="Courier New" pitchFamily="49" charset="0"/>
                <a:cs typeface="Courier New" pitchFamily="49" charset="0"/>
              </a:rPr>
              <a:t>while(q!=NULL);</a:t>
            </a:r>
          </a:p>
          <a:p>
            <a:pPr>
              <a:buFont typeface="Arial" pitchFamily="34" charset="0"/>
              <a:buNone/>
              <a:defRPr/>
            </a:pPr>
            <a:r>
              <a:rPr lang="en-US" sz="2800" dirty="0">
                <a:solidFill>
                  <a:srgbClr val="7030A0"/>
                </a:solidFill>
                <a:latin typeface="Courier New" pitchFamily="49" charset="0"/>
                <a:cs typeface="Courier New" pitchFamily="49" charset="0"/>
              </a:rPr>
              <a:t>}</a:t>
            </a:r>
          </a:p>
          <a:p>
            <a:pPr>
              <a:buFont typeface="Arial" pitchFamily="34" charset="0"/>
              <a:buNone/>
              <a:defRPr/>
            </a:pPr>
            <a:endParaRPr lang="en-US" dirty="0">
              <a:solidFill>
                <a:schemeClr val="accent1">
                  <a:lumMod val="75000"/>
                </a:schemeClr>
              </a:solidFill>
            </a:endParaRPr>
          </a:p>
          <a:p>
            <a:pPr>
              <a:buFont typeface="Arial" pitchFamily="34" charset="0"/>
              <a:buNone/>
              <a:defRPr/>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304800" y="990600"/>
            <a:ext cx="8534400" cy="5562600"/>
          </a:xfrm>
        </p:spPr>
        <p:txBody>
          <a:bodyPr/>
          <a:lstStyle/>
          <a:p>
            <a:pPr marL="609600" indent="-609600" eaLnBrk="1" hangingPunct="1">
              <a:lnSpc>
                <a:spcPct val="90000"/>
              </a:lnSpc>
              <a:buFontTx/>
              <a:buNone/>
            </a:pPr>
            <a:r>
              <a:rPr lang="en-US" sz="2800" b="1">
                <a:latin typeface="Maiandra GD" pitchFamily="34" charset="0"/>
              </a:rPr>
              <a:t> To Move Forward: </a:t>
            </a:r>
          </a:p>
          <a:p>
            <a:pPr marL="1009650" lvl="1" indent="-609600" eaLnBrk="1" hangingPunct="1">
              <a:lnSpc>
                <a:spcPct val="90000"/>
              </a:lnSpc>
              <a:buFont typeface="Calibri" pitchFamily="34" charset="0"/>
              <a:buAutoNum type="arabicPeriod"/>
            </a:pPr>
            <a:r>
              <a:rPr lang="en-US">
                <a:latin typeface="Maiandra GD" pitchFamily="34" charset="0"/>
              </a:rPr>
              <a:t>Set a pointer to point to the same thing as the start pointer. </a:t>
            </a:r>
          </a:p>
          <a:p>
            <a:pPr marL="1009650" lvl="1" indent="-609600" eaLnBrk="1" hangingPunct="1">
              <a:lnSpc>
                <a:spcPct val="90000"/>
              </a:lnSpc>
              <a:buFont typeface="Calibri" pitchFamily="34" charset="0"/>
              <a:buAutoNum type="arabicPeriod"/>
            </a:pPr>
            <a:r>
              <a:rPr lang="en-US">
                <a:latin typeface="Maiandra GD" pitchFamily="34" charset="0"/>
              </a:rPr>
              <a:t>If the pointer points to </a:t>
            </a:r>
            <a:r>
              <a:rPr lang="en-US" b="1">
                <a:latin typeface="Maiandra GD" pitchFamily="34" charset="0"/>
              </a:rPr>
              <a:t>NULL</a:t>
            </a:r>
            <a:r>
              <a:rPr lang="en-US">
                <a:latin typeface="Maiandra GD" pitchFamily="34" charset="0"/>
              </a:rPr>
              <a:t>, display the message “list is empty" and stop. </a:t>
            </a:r>
          </a:p>
          <a:p>
            <a:pPr marL="1009650" lvl="1" indent="-609600" eaLnBrk="1" hangingPunct="1">
              <a:lnSpc>
                <a:spcPct val="90000"/>
              </a:lnSpc>
              <a:buFont typeface="Calibri" pitchFamily="34" charset="0"/>
              <a:buAutoNum type="arabicPeriod"/>
            </a:pPr>
            <a:r>
              <a:rPr lang="en-US">
                <a:latin typeface="Maiandra GD" pitchFamily="34" charset="0"/>
              </a:rPr>
              <a:t>Otherwise, move to the next node by making  the pointer point to the same thing as the </a:t>
            </a:r>
            <a:r>
              <a:rPr lang="en-US" b="1">
                <a:latin typeface="Maiandra GD" pitchFamily="34" charset="0"/>
              </a:rPr>
              <a:t>next</a:t>
            </a:r>
            <a:r>
              <a:rPr lang="en-US">
                <a:latin typeface="Maiandra GD" pitchFamily="34" charset="0"/>
              </a:rPr>
              <a:t> pointer of the node it is currently indicating(using current pointer). </a:t>
            </a:r>
          </a:p>
        </p:txBody>
      </p:sp>
      <p:sp>
        <p:nvSpPr>
          <p:cNvPr id="4" name="Slide Number Placeholder 5"/>
          <p:cNvSpPr>
            <a:spLocks noGrp="1"/>
          </p:cNvSpPr>
          <p:nvPr>
            <p:ph type="sldNum" sz="quarter" idx="12"/>
          </p:nvPr>
        </p:nvSpPr>
        <p:spPr/>
        <p:txBody>
          <a:bodyPr/>
          <a:lstStyle/>
          <a:p>
            <a:pPr>
              <a:defRPr/>
            </a:pPr>
            <a:fld id="{82EC94B3-F7BF-42A0-81FA-B5B455987C93}" type="slidenum">
              <a:rPr lang="en-US"/>
              <a:pPr>
                <a:defRPr/>
              </a:pPr>
              <a:t>38</a:t>
            </a:fld>
            <a:endParaRPr lang="en-US"/>
          </a:p>
        </p:txBody>
      </p:sp>
      <p:sp>
        <p:nvSpPr>
          <p:cNvPr id="39940" name="Title 1"/>
          <p:cNvSpPr>
            <a:spLocks noGrp="1"/>
          </p:cNvSpPr>
          <p:nvPr>
            <p:ph type="title"/>
          </p:nvPr>
        </p:nvSpPr>
        <p:spPr>
          <a:xfrm>
            <a:off x="304800" y="228600"/>
            <a:ext cx="8382000" cy="685800"/>
          </a:xfrm>
        </p:spPr>
        <p:txBody>
          <a:bodyPr/>
          <a:lstStyle/>
          <a:p>
            <a:pPr marL="609600" indent="-609600" eaLnBrk="1" hangingPunct="1">
              <a:lnSpc>
                <a:spcPct val="90000"/>
              </a:lnSpc>
            </a:pPr>
            <a:r>
              <a:rPr lang="en-US" sz="3600" b="1">
                <a:latin typeface="Maiandra GD" pitchFamily="34" charset="0"/>
              </a:rPr>
              <a:t>Navigating/Traversing through the list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idx="1"/>
          </p:nvPr>
        </p:nvSpPr>
        <p:spPr>
          <a:xfrm>
            <a:off x="228600" y="304800"/>
            <a:ext cx="8763000" cy="6248400"/>
          </a:xfrm>
        </p:spPr>
        <p:txBody>
          <a:bodyPr/>
          <a:lstStyle/>
          <a:p>
            <a:pPr marL="609600" indent="-609600" eaLnBrk="1" hangingPunct="1">
              <a:buFontTx/>
              <a:buNone/>
            </a:pPr>
            <a:r>
              <a:rPr lang="en-US" b="1" dirty="0">
                <a:latin typeface="Maiandra GD" pitchFamily="34" charset="0"/>
              </a:rPr>
              <a:t>To Move to Backward: (single linked list)</a:t>
            </a:r>
          </a:p>
          <a:p>
            <a:pPr marL="1009650" lvl="1" indent="-609600" eaLnBrk="1" hangingPunct="1">
              <a:buFontTx/>
              <a:buAutoNum type="arabicPeriod"/>
            </a:pPr>
            <a:r>
              <a:rPr lang="en-US" sz="2600" dirty="0">
                <a:latin typeface="Maiandra GD" pitchFamily="34" charset="0"/>
              </a:rPr>
              <a:t>Set a pointer to </a:t>
            </a:r>
            <a:r>
              <a:rPr lang="en-US" sz="2600" b="1" dirty="0">
                <a:latin typeface="Maiandra GD" pitchFamily="34" charset="0"/>
              </a:rPr>
              <a:t>p </a:t>
            </a:r>
            <a:r>
              <a:rPr lang="en-US" sz="2600" dirty="0">
                <a:latin typeface="Maiandra GD" pitchFamily="34" charset="0"/>
              </a:rPr>
              <a:t>point to the same thing as the start pointer. </a:t>
            </a:r>
          </a:p>
          <a:p>
            <a:pPr marL="1009650" lvl="1" indent="-609600" eaLnBrk="1" hangingPunct="1">
              <a:buFontTx/>
              <a:buAutoNum type="arabicPeriod"/>
            </a:pPr>
            <a:r>
              <a:rPr lang="en-US" sz="2600" dirty="0">
                <a:latin typeface="Maiandra GD" pitchFamily="34" charset="0"/>
              </a:rPr>
              <a:t>If the pointer </a:t>
            </a:r>
            <a:r>
              <a:rPr lang="en-US" sz="2600" b="1" dirty="0">
                <a:latin typeface="Maiandra GD" pitchFamily="34" charset="0"/>
              </a:rPr>
              <a:t>p</a:t>
            </a:r>
            <a:r>
              <a:rPr lang="en-US" sz="2600" dirty="0">
                <a:latin typeface="Maiandra GD" pitchFamily="34" charset="0"/>
              </a:rPr>
              <a:t> points to </a:t>
            </a:r>
            <a:r>
              <a:rPr lang="en-US" sz="2600" b="1" dirty="0">
                <a:latin typeface="Maiandra GD" pitchFamily="34" charset="0"/>
              </a:rPr>
              <a:t>NULL</a:t>
            </a:r>
            <a:r>
              <a:rPr lang="en-US" sz="2600" dirty="0">
                <a:latin typeface="Maiandra GD" pitchFamily="34" charset="0"/>
              </a:rPr>
              <a:t>, display the message “list is empty" and stop. Otherwise move forward until you find the last node.  </a:t>
            </a:r>
          </a:p>
          <a:p>
            <a:pPr marL="1009650" lvl="1" indent="-609600" eaLnBrk="1" hangingPunct="1">
              <a:buFontTx/>
              <a:buAutoNum type="arabicPeriod"/>
            </a:pPr>
            <a:r>
              <a:rPr lang="en-US" sz="2600" dirty="0">
                <a:latin typeface="Maiandra GD" pitchFamily="34" charset="0"/>
              </a:rPr>
              <a:t>Set an other new pointer </a:t>
            </a:r>
            <a:r>
              <a:rPr lang="en-US" sz="2600" b="1" dirty="0">
                <a:latin typeface="Maiandra GD" pitchFamily="34" charset="0"/>
              </a:rPr>
              <a:t>q</a:t>
            </a:r>
            <a:r>
              <a:rPr lang="en-US" sz="2600" dirty="0">
                <a:latin typeface="Maiandra GD" pitchFamily="34" charset="0"/>
              </a:rPr>
              <a:t>(which will later point to the node that is previous to </a:t>
            </a:r>
            <a:r>
              <a:rPr lang="en-US" sz="2600" b="1" dirty="0">
                <a:latin typeface="Maiandra GD" pitchFamily="34" charset="0"/>
              </a:rPr>
              <a:t>p</a:t>
            </a:r>
            <a:r>
              <a:rPr lang="en-US" sz="2600" dirty="0">
                <a:latin typeface="Maiandra GD" pitchFamily="34" charset="0"/>
              </a:rPr>
              <a:t>) and assign the same value as start pointer and move forward until you find the node </a:t>
            </a:r>
            <a:r>
              <a:rPr lang="en-US" sz="2600" b="1" dirty="0">
                <a:latin typeface="Maiandra GD" pitchFamily="34" charset="0"/>
              </a:rPr>
              <a:t>before</a:t>
            </a:r>
            <a:r>
              <a:rPr lang="en-US" sz="2600" dirty="0">
                <a:latin typeface="Maiandra GD" pitchFamily="34" charset="0"/>
              </a:rPr>
              <a:t> the one we are considering at the last node.</a:t>
            </a:r>
          </a:p>
          <a:p>
            <a:pPr marL="1009650" lvl="1" indent="-609600" eaLnBrk="1" hangingPunct="1">
              <a:buFontTx/>
              <a:buAutoNum type="arabicPeriod"/>
            </a:pPr>
            <a:r>
              <a:rPr lang="en-US" sz="2600" dirty="0">
                <a:latin typeface="Maiandra GD" pitchFamily="34" charset="0"/>
              </a:rPr>
              <a:t>Set the </a:t>
            </a:r>
            <a:r>
              <a:rPr lang="en-US" sz="2600" b="1" dirty="0">
                <a:latin typeface="Maiandra GD" pitchFamily="34" charset="0"/>
              </a:rPr>
              <a:t>p</a:t>
            </a:r>
            <a:r>
              <a:rPr lang="en-US" sz="2600" dirty="0">
                <a:latin typeface="Maiandra GD" pitchFamily="34" charset="0"/>
              </a:rPr>
              <a:t> pointer equal to the other new pointer </a:t>
            </a:r>
            <a:r>
              <a:rPr lang="en-US" sz="2600" b="1" dirty="0">
                <a:latin typeface="Maiandra GD" pitchFamily="34" charset="0"/>
              </a:rPr>
              <a:t>q </a:t>
            </a:r>
            <a:r>
              <a:rPr lang="en-US" sz="2600" dirty="0">
                <a:latin typeface="Maiandra GD" pitchFamily="34" charset="0"/>
              </a:rPr>
              <a:t>(previous pointer) </a:t>
            </a:r>
          </a:p>
          <a:p>
            <a:pPr marL="1009650" lvl="1" indent="-609600" eaLnBrk="1" hangingPunct="1">
              <a:buFontTx/>
              <a:buAutoNum type="arabicPeriod"/>
            </a:pPr>
            <a:r>
              <a:rPr lang="en-US" sz="2600" dirty="0">
                <a:latin typeface="Maiandra GD" pitchFamily="34" charset="0"/>
              </a:rPr>
              <a:t>Jump to step one</a:t>
            </a:r>
          </a:p>
          <a:p>
            <a:pPr marL="609600" indent="-609600" eaLnBrk="1" hangingPunct="1">
              <a:buFontTx/>
              <a:buAutoNum type="arabicPeriod"/>
            </a:pPr>
            <a:endParaRPr lang="en-US" sz="2800" dirty="0">
              <a:solidFill>
                <a:srgbClr val="7030A0"/>
              </a:solidFill>
              <a:latin typeface="Maiandra GD" pitchFamily="34" charset="0"/>
            </a:endParaRPr>
          </a:p>
        </p:txBody>
      </p:sp>
      <p:sp>
        <p:nvSpPr>
          <p:cNvPr id="4" name="Slide Number Placeholder 5"/>
          <p:cNvSpPr>
            <a:spLocks noGrp="1"/>
          </p:cNvSpPr>
          <p:nvPr>
            <p:ph type="sldNum" sz="quarter" idx="12"/>
          </p:nvPr>
        </p:nvSpPr>
        <p:spPr/>
        <p:txBody>
          <a:bodyPr/>
          <a:lstStyle/>
          <a:p>
            <a:pPr>
              <a:defRPr/>
            </a:pPr>
            <a:fld id="{17B6C993-B0F1-4B80-AF5A-3DAD515C2B60}" type="slidenum">
              <a:rPr lang="en-US"/>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304800" y="304800"/>
            <a:ext cx="8229600" cy="609600"/>
          </a:xfrm>
        </p:spPr>
        <p:txBody>
          <a:bodyPr/>
          <a:lstStyle/>
          <a:p>
            <a:r>
              <a:rPr lang="en-US" sz="4000" b="1">
                <a:latin typeface="Maiandra GD" pitchFamily="34" charset="0"/>
              </a:rPr>
              <a:t>Deleting a node in SLL</a:t>
            </a:r>
          </a:p>
        </p:txBody>
      </p:sp>
      <p:sp>
        <p:nvSpPr>
          <p:cNvPr id="3" name="Content Placeholder 2"/>
          <p:cNvSpPr>
            <a:spLocks noGrp="1"/>
          </p:cNvSpPr>
          <p:nvPr>
            <p:ph idx="1"/>
          </p:nvPr>
        </p:nvSpPr>
        <p:spPr>
          <a:xfrm>
            <a:off x="285750" y="990600"/>
            <a:ext cx="8553450" cy="4351338"/>
          </a:xfrm>
        </p:spPr>
        <p:txBody>
          <a:bodyPr>
            <a:normAutofit/>
          </a:bodyPr>
          <a:lstStyle/>
          <a:p>
            <a:pPr>
              <a:buFont typeface="Arial" pitchFamily="34" charset="0"/>
              <a:buNone/>
              <a:defRPr/>
            </a:pPr>
            <a:r>
              <a:rPr lang="en-US" sz="2800" dirty="0">
                <a:solidFill>
                  <a:schemeClr val="tx1">
                    <a:lumMod val="95000"/>
                    <a:lumOff val="5000"/>
                  </a:schemeClr>
                </a:solidFill>
                <a:latin typeface="Maiandra GD" pitchFamily="34" charset="0"/>
              </a:rPr>
              <a:t>Here also we have three cases:-</a:t>
            </a:r>
          </a:p>
          <a:p>
            <a:pPr lvl="1">
              <a:defRPr/>
            </a:pPr>
            <a:r>
              <a:rPr lang="en-US" dirty="0">
                <a:latin typeface="Maiandra GD" pitchFamily="34" charset="0"/>
              </a:rPr>
              <a:t>Deleting the first node</a:t>
            </a:r>
          </a:p>
          <a:p>
            <a:pPr lvl="1">
              <a:defRPr/>
            </a:pPr>
            <a:r>
              <a:rPr lang="en-US" dirty="0">
                <a:latin typeface="Maiandra GD" pitchFamily="34" charset="0"/>
              </a:rPr>
              <a:t>Deleting the last node</a:t>
            </a:r>
          </a:p>
          <a:p>
            <a:pPr lvl="1">
              <a:defRPr/>
            </a:pPr>
            <a:r>
              <a:rPr lang="en-US" dirty="0">
                <a:latin typeface="Maiandra GD" pitchFamily="34" charset="0"/>
              </a:rPr>
              <a:t>Deleting the intermediate node</a:t>
            </a:r>
          </a:p>
        </p:txBody>
      </p:sp>
      <p:sp>
        <p:nvSpPr>
          <p:cNvPr id="4" name="Slide Number Placeholder 3"/>
          <p:cNvSpPr>
            <a:spLocks noGrp="1"/>
          </p:cNvSpPr>
          <p:nvPr>
            <p:ph type="sldNum" sz="quarter" idx="12"/>
          </p:nvPr>
        </p:nvSpPr>
        <p:spPr/>
        <p:txBody>
          <a:bodyPr/>
          <a:lstStyle/>
          <a:p>
            <a:pPr>
              <a:defRPr/>
            </a:pPr>
            <a:fld id="{BEFEA6A8-DB0E-4F3B-89A0-709E817E8C79}"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304800" y="304800"/>
            <a:ext cx="8229600" cy="838200"/>
          </a:xfrm>
        </p:spPr>
        <p:txBody>
          <a:bodyPr/>
          <a:lstStyle/>
          <a:p>
            <a:r>
              <a:rPr lang="en-US" sz="4000">
                <a:latin typeface="Maiandra GD" pitchFamily="34" charset="0"/>
              </a:rPr>
              <a:t>Deleting the first node</a:t>
            </a:r>
          </a:p>
        </p:txBody>
      </p:sp>
      <p:sp>
        <p:nvSpPr>
          <p:cNvPr id="3" name="Content Placeholder 2"/>
          <p:cNvSpPr>
            <a:spLocks noGrp="1"/>
          </p:cNvSpPr>
          <p:nvPr>
            <p:ph idx="1"/>
          </p:nvPr>
        </p:nvSpPr>
        <p:spPr>
          <a:xfrm>
            <a:off x="228600" y="1219200"/>
            <a:ext cx="8686800" cy="3200400"/>
          </a:xfrm>
        </p:spPr>
        <p:txBody>
          <a:bodyPr>
            <a:normAutofit fontScale="92500" lnSpcReduction="10000"/>
          </a:bodyPr>
          <a:lstStyle/>
          <a:p>
            <a:pPr>
              <a:buFont typeface="Arial" pitchFamily="34" charset="0"/>
              <a:buNone/>
              <a:defRPr/>
            </a:pPr>
            <a:r>
              <a:rPr lang="en-US" sz="2800" dirty="0">
                <a:latin typeface="Maiandra GD" pitchFamily="34" charset="0"/>
              </a:rPr>
              <a:t>Here we apply following steps:-</a:t>
            </a:r>
          </a:p>
          <a:p>
            <a:pPr marL="971550" lvl="1" indent="-514350">
              <a:buFont typeface="+mj-lt"/>
              <a:buAutoNum type="arabicPeriod"/>
              <a:defRPr/>
            </a:pPr>
            <a:r>
              <a:rPr lang="en-US" sz="2700" dirty="0">
                <a:latin typeface="Maiandra GD" pitchFamily="34" charset="0"/>
              </a:rPr>
              <a:t>Set a temporary pointer </a:t>
            </a:r>
            <a:r>
              <a:rPr lang="en-US" sz="2700" b="1" dirty="0">
                <a:latin typeface="Maiandra GD" pitchFamily="34" charset="0"/>
              </a:rPr>
              <a:t>temp </a:t>
            </a:r>
            <a:r>
              <a:rPr lang="en-US" sz="2700" dirty="0">
                <a:latin typeface="Maiandra GD" pitchFamily="34" charset="0"/>
              </a:rPr>
              <a:t>pointing to the same thing as the start pointer</a:t>
            </a:r>
          </a:p>
          <a:p>
            <a:pPr marL="971550" lvl="1" indent="-514350">
              <a:buFont typeface="+mj-lt"/>
              <a:buAutoNum type="arabicPeriod"/>
              <a:defRPr/>
            </a:pPr>
            <a:r>
              <a:rPr lang="en-US" sz="2700" dirty="0">
                <a:latin typeface="Maiandra GD" pitchFamily="34" charset="0"/>
              </a:rPr>
              <a:t>If the start pointer points to </a:t>
            </a:r>
            <a:r>
              <a:rPr lang="en-US" sz="2700" b="1" dirty="0">
                <a:latin typeface="Maiandra GD" pitchFamily="34" charset="0"/>
              </a:rPr>
              <a:t>NULL </a:t>
            </a:r>
            <a:r>
              <a:rPr lang="en-US" sz="2700" dirty="0">
                <a:latin typeface="Maiandra GD" pitchFamily="34" charset="0"/>
              </a:rPr>
              <a:t>display the message “List is Empty” and </a:t>
            </a:r>
            <a:endParaRPr lang="en-US" sz="2700" b="1" dirty="0">
              <a:latin typeface="Maiandra GD" pitchFamily="34" charset="0"/>
            </a:endParaRPr>
          </a:p>
          <a:p>
            <a:pPr marL="971550" lvl="1" indent="-514350">
              <a:buFont typeface="+mj-lt"/>
              <a:buAutoNum type="arabicPeriod"/>
              <a:defRPr/>
            </a:pPr>
            <a:r>
              <a:rPr lang="en-US" sz="2700" dirty="0">
                <a:latin typeface="Maiandra GD" pitchFamily="34" charset="0"/>
              </a:rPr>
              <a:t>Else make the start pointer point towards the 2</a:t>
            </a:r>
            <a:r>
              <a:rPr lang="en-US" sz="2700" baseline="30000" dirty="0">
                <a:latin typeface="Maiandra GD" pitchFamily="34" charset="0"/>
              </a:rPr>
              <a:t>nd</a:t>
            </a:r>
            <a:r>
              <a:rPr lang="en-US" sz="2700" dirty="0">
                <a:latin typeface="Maiandra GD" pitchFamily="34" charset="0"/>
              </a:rPr>
              <a:t> node.</a:t>
            </a:r>
          </a:p>
          <a:p>
            <a:pPr marL="971550" lvl="1" indent="-514350">
              <a:buFont typeface="+mj-lt"/>
              <a:buAutoNum type="arabicPeriod"/>
              <a:defRPr/>
            </a:pPr>
            <a:r>
              <a:rPr lang="en-US" sz="2700" dirty="0">
                <a:latin typeface="Maiandra GD" pitchFamily="34" charset="0"/>
              </a:rPr>
              <a:t>Deleting the </a:t>
            </a:r>
            <a:r>
              <a:rPr lang="en-US" sz="2700" b="1" dirty="0">
                <a:latin typeface="Maiandra GD" pitchFamily="34" charset="0"/>
              </a:rPr>
              <a:t>temp</a:t>
            </a:r>
            <a:r>
              <a:rPr lang="en-US" sz="2700" dirty="0">
                <a:latin typeface="Maiandra GD" pitchFamily="34" charset="0"/>
              </a:rPr>
              <a:t> node using delete keyword.</a:t>
            </a:r>
          </a:p>
        </p:txBody>
      </p:sp>
      <p:grpSp>
        <p:nvGrpSpPr>
          <p:cNvPr id="43012" name="Group 21"/>
          <p:cNvGrpSpPr>
            <a:grpSpLocks/>
          </p:cNvGrpSpPr>
          <p:nvPr/>
        </p:nvGrpSpPr>
        <p:grpSpPr bwMode="auto">
          <a:xfrm>
            <a:off x="609600" y="4724400"/>
            <a:ext cx="8001000" cy="1295400"/>
            <a:chOff x="685800" y="4876800"/>
            <a:chExt cx="7543800" cy="1087438"/>
          </a:xfrm>
        </p:grpSpPr>
        <p:grpSp>
          <p:nvGrpSpPr>
            <p:cNvPr id="43014" name="Group 54"/>
            <p:cNvGrpSpPr>
              <a:grpSpLocks/>
            </p:cNvGrpSpPr>
            <p:nvPr/>
          </p:nvGrpSpPr>
          <p:grpSpPr bwMode="auto">
            <a:xfrm>
              <a:off x="685800" y="4876800"/>
              <a:ext cx="7543800" cy="1087438"/>
              <a:chOff x="432" y="1680"/>
              <a:chExt cx="4752" cy="685"/>
            </a:xfrm>
          </p:grpSpPr>
          <p:sp>
            <p:nvSpPr>
              <p:cNvPr id="43016" name="Rectangle 4"/>
              <p:cNvSpPr>
                <a:spLocks noChangeArrowheads="1"/>
              </p:cNvSpPr>
              <p:nvPr/>
            </p:nvSpPr>
            <p:spPr bwMode="auto">
              <a:xfrm>
                <a:off x="4272" y="2120"/>
                <a:ext cx="623"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three</a:t>
                </a:r>
              </a:p>
            </p:txBody>
          </p:sp>
          <p:sp>
            <p:nvSpPr>
              <p:cNvPr id="43017" name="Rectangle 5"/>
              <p:cNvSpPr>
                <a:spLocks noChangeArrowheads="1"/>
              </p:cNvSpPr>
              <p:nvPr/>
            </p:nvSpPr>
            <p:spPr bwMode="auto">
              <a:xfrm>
                <a:off x="4896" y="2119"/>
                <a:ext cx="288" cy="242"/>
              </a:xfrm>
              <a:prstGeom prst="rect">
                <a:avLst/>
              </a:prstGeom>
              <a:noFill/>
              <a:ln w="12700">
                <a:solidFill>
                  <a:schemeClr val="tx1"/>
                </a:solidFill>
                <a:miter lim="800000"/>
                <a:headEnd/>
                <a:tailEnd/>
              </a:ln>
            </p:spPr>
            <p:txBody>
              <a:bodyPr wrap="none" anchor="ctr"/>
              <a:lstStyle/>
              <a:p>
                <a:endParaRPr lang="en-US"/>
              </a:p>
            </p:txBody>
          </p:sp>
          <p:sp>
            <p:nvSpPr>
              <p:cNvPr id="43018" name="Oval 6"/>
              <p:cNvSpPr>
                <a:spLocks noChangeArrowheads="1"/>
              </p:cNvSpPr>
              <p:nvPr/>
            </p:nvSpPr>
            <p:spPr bwMode="auto">
              <a:xfrm>
                <a:off x="4992" y="2170"/>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43019" name="Rectangle 28"/>
              <p:cNvSpPr>
                <a:spLocks noChangeArrowheads="1"/>
              </p:cNvSpPr>
              <p:nvPr/>
            </p:nvSpPr>
            <p:spPr bwMode="auto">
              <a:xfrm>
                <a:off x="3024" y="2120"/>
                <a:ext cx="623"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two</a:t>
                </a:r>
              </a:p>
            </p:txBody>
          </p:sp>
          <p:sp>
            <p:nvSpPr>
              <p:cNvPr id="43020" name="Rectangle 29"/>
              <p:cNvSpPr>
                <a:spLocks noChangeArrowheads="1"/>
              </p:cNvSpPr>
              <p:nvPr/>
            </p:nvSpPr>
            <p:spPr bwMode="auto">
              <a:xfrm>
                <a:off x="3648" y="2119"/>
                <a:ext cx="288" cy="242"/>
              </a:xfrm>
              <a:prstGeom prst="rect">
                <a:avLst/>
              </a:prstGeom>
              <a:noFill/>
              <a:ln w="12700">
                <a:solidFill>
                  <a:schemeClr val="tx1"/>
                </a:solidFill>
                <a:miter lim="800000"/>
                <a:headEnd/>
                <a:tailEnd/>
              </a:ln>
            </p:spPr>
            <p:txBody>
              <a:bodyPr wrap="none" anchor="ctr"/>
              <a:lstStyle/>
              <a:p>
                <a:endParaRPr lang="en-US"/>
              </a:p>
            </p:txBody>
          </p:sp>
          <p:sp>
            <p:nvSpPr>
              <p:cNvPr id="43021" name="Oval 30"/>
              <p:cNvSpPr>
                <a:spLocks noChangeArrowheads="1"/>
              </p:cNvSpPr>
              <p:nvPr/>
            </p:nvSpPr>
            <p:spPr bwMode="auto">
              <a:xfrm>
                <a:off x="3744" y="2170"/>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43022" name="Line 31"/>
              <p:cNvSpPr>
                <a:spLocks noChangeShapeType="1"/>
              </p:cNvSpPr>
              <p:nvPr/>
            </p:nvSpPr>
            <p:spPr bwMode="auto">
              <a:xfrm>
                <a:off x="3792" y="2218"/>
                <a:ext cx="480" cy="0"/>
              </a:xfrm>
              <a:prstGeom prst="line">
                <a:avLst/>
              </a:prstGeom>
              <a:noFill/>
              <a:ln w="12700">
                <a:solidFill>
                  <a:schemeClr val="tx1"/>
                </a:solidFill>
                <a:round/>
                <a:headEnd/>
                <a:tailEnd type="triangle" w="lg" len="lg"/>
              </a:ln>
            </p:spPr>
            <p:txBody>
              <a:bodyPr wrap="none" anchor="ctr"/>
              <a:lstStyle/>
              <a:p>
                <a:endParaRPr lang="en-US"/>
              </a:p>
            </p:txBody>
          </p:sp>
          <p:sp>
            <p:nvSpPr>
              <p:cNvPr id="43023" name="Rectangle 33"/>
              <p:cNvSpPr>
                <a:spLocks noChangeArrowheads="1"/>
              </p:cNvSpPr>
              <p:nvPr/>
            </p:nvSpPr>
            <p:spPr bwMode="auto">
              <a:xfrm>
                <a:off x="1776" y="2123"/>
                <a:ext cx="623"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one</a:t>
                </a:r>
              </a:p>
            </p:txBody>
          </p:sp>
          <p:sp>
            <p:nvSpPr>
              <p:cNvPr id="43024" name="Rectangle 34"/>
              <p:cNvSpPr>
                <a:spLocks noChangeArrowheads="1"/>
              </p:cNvSpPr>
              <p:nvPr/>
            </p:nvSpPr>
            <p:spPr bwMode="auto">
              <a:xfrm>
                <a:off x="2400" y="2122"/>
                <a:ext cx="288" cy="242"/>
              </a:xfrm>
              <a:prstGeom prst="rect">
                <a:avLst/>
              </a:prstGeom>
              <a:noFill/>
              <a:ln w="12700">
                <a:solidFill>
                  <a:schemeClr val="tx1"/>
                </a:solidFill>
                <a:miter lim="800000"/>
                <a:headEnd/>
                <a:tailEnd/>
              </a:ln>
            </p:spPr>
            <p:txBody>
              <a:bodyPr wrap="none" anchor="ctr"/>
              <a:lstStyle/>
              <a:p>
                <a:endParaRPr lang="en-US"/>
              </a:p>
            </p:txBody>
          </p:sp>
          <p:sp>
            <p:nvSpPr>
              <p:cNvPr id="43025" name="Oval 35"/>
              <p:cNvSpPr>
                <a:spLocks noChangeArrowheads="1"/>
              </p:cNvSpPr>
              <p:nvPr/>
            </p:nvSpPr>
            <p:spPr bwMode="auto">
              <a:xfrm>
                <a:off x="2496" y="2173"/>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43026" name="Line 36"/>
              <p:cNvSpPr>
                <a:spLocks noChangeShapeType="1"/>
              </p:cNvSpPr>
              <p:nvPr/>
            </p:nvSpPr>
            <p:spPr bwMode="auto">
              <a:xfrm>
                <a:off x="2544" y="2221"/>
                <a:ext cx="480" cy="0"/>
              </a:xfrm>
              <a:prstGeom prst="line">
                <a:avLst/>
              </a:prstGeom>
              <a:noFill/>
              <a:ln w="12700">
                <a:solidFill>
                  <a:schemeClr val="tx1"/>
                </a:solidFill>
                <a:round/>
                <a:headEnd/>
                <a:tailEnd type="triangle" w="lg" len="lg"/>
              </a:ln>
            </p:spPr>
            <p:txBody>
              <a:bodyPr wrap="none" anchor="ctr"/>
              <a:lstStyle/>
              <a:p>
                <a:endParaRPr lang="en-US"/>
              </a:p>
            </p:txBody>
          </p:sp>
          <p:sp>
            <p:nvSpPr>
              <p:cNvPr id="43027" name="Oval 39"/>
              <p:cNvSpPr>
                <a:spLocks noChangeArrowheads="1"/>
              </p:cNvSpPr>
              <p:nvPr/>
            </p:nvSpPr>
            <p:spPr bwMode="auto">
              <a:xfrm>
                <a:off x="1392" y="1738"/>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43028" name="Rectangle 40"/>
              <p:cNvSpPr>
                <a:spLocks noChangeArrowheads="1"/>
              </p:cNvSpPr>
              <p:nvPr/>
            </p:nvSpPr>
            <p:spPr bwMode="auto">
              <a:xfrm>
                <a:off x="1296" y="1690"/>
                <a:ext cx="288" cy="240"/>
              </a:xfrm>
              <a:prstGeom prst="rect">
                <a:avLst/>
              </a:prstGeom>
              <a:noFill/>
              <a:ln w="12700">
                <a:solidFill>
                  <a:schemeClr val="tx1"/>
                </a:solidFill>
                <a:miter lim="800000"/>
                <a:headEnd/>
                <a:tailEnd/>
              </a:ln>
            </p:spPr>
            <p:txBody>
              <a:bodyPr wrap="none" anchor="ctr"/>
              <a:lstStyle/>
              <a:p>
                <a:endParaRPr lang="en-US"/>
              </a:p>
            </p:txBody>
          </p:sp>
          <p:sp>
            <p:nvSpPr>
              <p:cNvPr id="43029" name="Text Box 41"/>
              <p:cNvSpPr txBox="1">
                <a:spLocks noChangeArrowheads="1"/>
              </p:cNvSpPr>
              <p:nvPr/>
            </p:nvSpPr>
            <p:spPr bwMode="auto">
              <a:xfrm>
                <a:off x="432" y="1680"/>
                <a:ext cx="912" cy="253"/>
              </a:xfrm>
              <a:prstGeom prst="rect">
                <a:avLst/>
              </a:prstGeom>
              <a:noFill/>
              <a:ln w="9525">
                <a:noFill/>
                <a:miter lim="800000"/>
                <a:headEnd/>
                <a:tailEnd/>
              </a:ln>
            </p:spPr>
            <p:txBody>
              <a:bodyPr>
                <a:spAutoFit/>
              </a:bodyPr>
              <a:lstStyle/>
              <a:p>
                <a:pPr>
                  <a:spcBef>
                    <a:spcPct val="50000"/>
                  </a:spcBef>
                </a:pPr>
                <a:r>
                  <a:rPr lang="en-US" sz="2000">
                    <a:solidFill>
                      <a:schemeClr val="accent2"/>
                    </a:solidFill>
                    <a:latin typeface="Consolas" pitchFamily="49" charset="0"/>
                  </a:rPr>
                  <a:t>  start</a:t>
                </a:r>
              </a:p>
            </p:txBody>
          </p:sp>
          <p:sp>
            <p:nvSpPr>
              <p:cNvPr id="43030" name="Line 52"/>
              <p:cNvSpPr>
                <a:spLocks noChangeShapeType="1"/>
              </p:cNvSpPr>
              <p:nvPr/>
            </p:nvSpPr>
            <p:spPr bwMode="auto">
              <a:xfrm>
                <a:off x="1440" y="1776"/>
                <a:ext cx="336" cy="336"/>
              </a:xfrm>
              <a:prstGeom prst="line">
                <a:avLst/>
              </a:prstGeom>
              <a:noFill/>
              <a:ln w="19050">
                <a:solidFill>
                  <a:schemeClr val="tx1"/>
                </a:solidFill>
                <a:round/>
                <a:headEnd/>
                <a:tailEnd type="triangle" w="lg" len="lg"/>
              </a:ln>
            </p:spPr>
            <p:txBody>
              <a:bodyPr wrap="none" anchor="ctr"/>
              <a:lstStyle/>
              <a:p>
                <a:endParaRPr lang="en-US"/>
              </a:p>
            </p:txBody>
          </p:sp>
        </p:grpSp>
        <p:sp>
          <p:nvSpPr>
            <p:cNvPr id="43015" name="Freeform 49"/>
            <p:cNvSpPr>
              <a:spLocks/>
            </p:cNvSpPr>
            <p:nvPr/>
          </p:nvSpPr>
          <p:spPr bwMode="auto">
            <a:xfrm>
              <a:off x="2286000" y="5029200"/>
              <a:ext cx="2514600" cy="539750"/>
            </a:xfrm>
            <a:custGeom>
              <a:avLst/>
              <a:gdLst>
                <a:gd name="T0" fmla="*/ 0 w 1584"/>
                <a:gd name="T1" fmla="*/ 2147483647 h 340"/>
                <a:gd name="T2" fmla="*/ 2147483647 w 1584"/>
                <a:gd name="T3" fmla="*/ 2147483647 h 340"/>
                <a:gd name="T4" fmla="*/ 2147483647 w 1584"/>
                <a:gd name="T5" fmla="*/ 2147483647 h 340"/>
                <a:gd name="T6" fmla="*/ 2147483647 w 1584"/>
                <a:gd name="T7" fmla="*/ 2147483647 h 340"/>
                <a:gd name="T8" fmla="*/ 0 60000 65536"/>
                <a:gd name="T9" fmla="*/ 0 60000 65536"/>
                <a:gd name="T10" fmla="*/ 0 60000 65536"/>
                <a:gd name="T11" fmla="*/ 0 60000 65536"/>
                <a:gd name="T12" fmla="*/ 0 w 1584"/>
                <a:gd name="T13" fmla="*/ 0 h 340"/>
                <a:gd name="T14" fmla="*/ 1584 w 1584"/>
                <a:gd name="T15" fmla="*/ 340 h 340"/>
              </a:gdLst>
              <a:ahLst/>
              <a:cxnLst>
                <a:cxn ang="T8">
                  <a:pos x="T0" y="T1"/>
                </a:cxn>
                <a:cxn ang="T9">
                  <a:pos x="T2" y="T3"/>
                </a:cxn>
                <a:cxn ang="T10">
                  <a:pos x="T4" y="T5"/>
                </a:cxn>
                <a:cxn ang="T11">
                  <a:pos x="T6" y="T7"/>
                </a:cxn>
              </a:cxnLst>
              <a:rect l="T12" t="T13" r="T14" b="T15"/>
              <a:pathLst>
                <a:path w="1584" h="340">
                  <a:moveTo>
                    <a:pt x="0" y="4"/>
                  </a:moveTo>
                  <a:cubicBezTo>
                    <a:pt x="118" y="6"/>
                    <a:pt x="496" y="0"/>
                    <a:pt x="709" y="16"/>
                  </a:cubicBezTo>
                  <a:cubicBezTo>
                    <a:pt x="922" y="32"/>
                    <a:pt x="1132" y="47"/>
                    <a:pt x="1278" y="101"/>
                  </a:cubicBezTo>
                  <a:cubicBezTo>
                    <a:pt x="1424" y="155"/>
                    <a:pt x="1520" y="290"/>
                    <a:pt x="1584" y="340"/>
                  </a:cubicBezTo>
                </a:path>
              </a:pathLst>
            </a:custGeom>
            <a:noFill/>
            <a:ln w="19050">
              <a:solidFill>
                <a:schemeClr val="tx1"/>
              </a:solidFill>
              <a:round/>
              <a:headEnd/>
              <a:tailEnd type="triangle" w="lg" len="lg"/>
            </a:ln>
          </p:spPr>
          <p:txBody>
            <a:bodyPr wrap="none" anchor="ctr"/>
            <a:lstStyle/>
            <a:p>
              <a:endParaRPr lang="en-US"/>
            </a:p>
          </p:txBody>
        </p:sp>
      </p:grpSp>
      <p:sp>
        <p:nvSpPr>
          <p:cNvPr id="21" name="Slide Number Placeholder 20"/>
          <p:cNvSpPr>
            <a:spLocks noGrp="1"/>
          </p:cNvSpPr>
          <p:nvPr>
            <p:ph type="sldNum" sz="quarter" idx="12"/>
          </p:nvPr>
        </p:nvSpPr>
        <p:spPr/>
        <p:txBody>
          <a:bodyPr/>
          <a:lstStyle/>
          <a:p>
            <a:pPr>
              <a:defRPr/>
            </a:pPr>
            <a:fld id="{845598D8-C27E-445F-AEF8-98C10DB202CC}" type="slidenum">
              <a:rPr lang="en-US" smtClean="0"/>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Line 53"/>
          <p:cNvSpPr>
            <a:spLocks noChangeShapeType="1"/>
          </p:cNvSpPr>
          <p:nvPr/>
        </p:nvSpPr>
        <p:spPr bwMode="auto">
          <a:xfrm>
            <a:off x="2286000" y="2514600"/>
            <a:ext cx="533400" cy="533400"/>
          </a:xfrm>
          <a:prstGeom prst="line">
            <a:avLst/>
          </a:prstGeom>
          <a:noFill/>
          <a:ln w="19050">
            <a:solidFill>
              <a:schemeClr val="bg1"/>
            </a:solidFill>
            <a:round/>
            <a:headEnd/>
            <a:tailEnd type="triangle" w="lg" len="lg"/>
          </a:ln>
        </p:spPr>
        <p:txBody>
          <a:bodyPr wrap="none" anchor="ctr"/>
          <a:lstStyle/>
          <a:p>
            <a:endParaRPr lang="en-US"/>
          </a:p>
        </p:txBody>
      </p:sp>
      <p:sp>
        <p:nvSpPr>
          <p:cNvPr id="44035" name="TextBox 41"/>
          <p:cNvSpPr txBox="1">
            <a:spLocks noChangeArrowheads="1"/>
          </p:cNvSpPr>
          <p:nvPr/>
        </p:nvSpPr>
        <p:spPr bwMode="auto">
          <a:xfrm>
            <a:off x="533400" y="381000"/>
            <a:ext cx="8153400" cy="6124575"/>
          </a:xfrm>
          <a:prstGeom prst="rect">
            <a:avLst/>
          </a:prstGeom>
          <a:noFill/>
          <a:ln w="9525">
            <a:noFill/>
            <a:miter lim="800000"/>
            <a:headEnd/>
            <a:tailEnd/>
          </a:ln>
        </p:spPr>
        <p:txBody>
          <a:bodyPr>
            <a:spAutoFit/>
          </a:bodyPr>
          <a:lstStyle/>
          <a:p>
            <a:r>
              <a:rPr lang="en-US" sz="2800">
                <a:latin typeface="Maiandra GD" pitchFamily="34" charset="0"/>
                <a:cs typeface="Courier New" pitchFamily="49" charset="0"/>
              </a:rPr>
              <a:t>void del_first(){</a:t>
            </a:r>
          </a:p>
          <a:p>
            <a:endParaRPr lang="en-US" sz="2800">
              <a:latin typeface="Maiandra GD" pitchFamily="34" charset="0"/>
              <a:cs typeface="Courier New" pitchFamily="49" charset="0"/>
            </a:endParaRPr>
          </a:p>
          <a:p>
            <a:r>
              <a:rPr lang="en-US" sz="2800">
                <a:latin typeface="Maiandra GD" pitchFamily="34" charset="0"/>
                <a:cs typeface="Courier New" pitchFamily="49" charset="0"/>
              </a:rPr>
              <a:t>   if(start==NULL)</a:t>
            </a:r>
          </a:p>
          <a:p>
            <a:r>
              <a:rPr lang="en-US" sz="2800">
                <a:latin typeface="Maiandra GD" pitchFamily="34" charset="0"/>
                <a:cs typeface="Courier New" pitchFamily="49" charset="0"/>
              </a:rPr>
              <a:t>      cout&lt;&lt;”\n Error……List is empty\n”;</a:t>
            </a:r>
          </a:p>
          <a:p>
            <a:endParaRPr lang="en-US" sz="2800">
              <a:latin typeface="Maiandra GD" pitchFamily="34" charset="0"/>
              <a:cs typeface="Courier New" pitchFamily="49" charset="0"/>
            </a:endParaRPr>
          </a:p>
          <a:p>
            <a:r>
              <a:rPr lang="en-US" sz="2800">
                <a:latin typeface="Maiandra GD" pitchFamily="34" charset="0"/>
                <a:cs typeface="Courier New" pitchFamily="49" charset="0"/>
              </a:rPr>
              <a:t>   else</a:t>
            </a:r>
          </a:p>
          <a:p>
            <a:r>
              <a:rPr lang="en-US" sz="2800">
                <a:latin typeface="Maiandra GD" pitchFamily="34" charset="0"/>
                <a:cs typeface="Courier New" pitchFamily="49" charset="0"/>
              </a:rPr>
              <a:t>     {</a:t>
            </a:r>
          </a:p>
          <a:p>
            <a:r>
              <a:rPr lang="en-US" sz="2800">
                <a:latin typeface="Maiandra GD" pitchFamily="34" charset="0"/>
                <a:cs typeface="Courier New" pitchFamily="49" charset="0"/>
              </a:rPr>
              <a:t>        student * temp=start;</a:t>
            </a:r>
          </a:p>
          <a:p>
            <a:r>
              <a:rPr lang="en-US" sz="2800">
                <a:latin typeface="Maiandra GD" pitchFamily="34" charset="0"/>
                <a:cs typeface="Courier New" pitchFamily="49" charset="0"/>
              </a:rPr>
              <a:t>        start=temp-&gt;next;    </a:t>
            </a:r>
          </a:p>
          <a:p>
            <a:r>
              <a:rPr lang="en-US" sz="2800">
                <a:latin typeface="Maiandra GD" pitchFamily="34" charset="0"/>
                <a:cs typeface="Courier New" pitchFamily="49" charset="0"/>
              </a:rPr>
              <a:t>        delete temp;</a:t>
            </a:r>
          </a:p>
          <a:p>
            <a:r>
              <a:rPr lang="en-US" sz="2800">
                <a:latin typeface="Maiandra GD" pitchFamily="34" charset="0"/>
                <a:cs typeface="Courier New" pitchFamily="49" charset="0"/>
              </a:rPr>
              <a:t>        cout&lt;&lt;”\n First node deleted!”;</a:t>
            </a:r>
          </a:p>
          <a:p>
            <a:r>
              <a:rPr lang="en-US" sz="2800">
                <a:latin typeface="Maiandra GD" pitchFamily="34" charset="0"/>
                <a:cs typeface="Courier New" pitchFamily="49" charset="0"/>
              </a:rPr>
              <a:t>      }</a:t>
            </a:r>
          </a:p>
          <a:p>
            <a:r>
              <a:rPr lang="en-US" sz="2800">
                <a:latin typeface="Maiandra GD" pitchFamily="34" charset="0"/>
                <a:cs typeface="Courier New" pitchFamily="49" charset="0"/>
              </a:rPr>
              <a:t>}</a:t>
            </a:r>
          </a:p>
          <a:p>
            <a:endParaRPr lang="en-US" sz="2800">
              <a:latin typeface="Maiandra GD" pitchFamily="34" charset="0"/>
            </a:endParaRPr>
          </a:p>
        </p:txBody>
      </p:sp>
      <p:sp>
        <p:nvSpPr>
          <p:cNvPr id="2" name="Slide Number Placeholder 1"/>
          <p:cNvSpPr>
            <a:spLocks noGrp="1"/>
          </p:cNvSpPr>
          <p:nvPr>
            <p:ph type="sldNum" sz="quarter" idx="12"/>
          </p:nvPr>
        </p:nvSpPr>
        <p:spPr/>
        <p:txBody>
          <a:bodyPr/>
          <a:lstStyle/>
          <a:p>
            <a:pPr>
              <a:defRPr/>
            </a:pPr>
            <a:fld id="{82A69268-BC87-48FF-B447-95067EE09C79}"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304800" y="228600"/>
            <a:ext cx="8458200" cy="838200"/>
          </a:xfrm>
        </p:spPr>
        <p:txBody>
          <a:bodyPr/>
          <a:lstStyle/>
          <a:p>
            <a:r>
              <a:rPr lang="en-US" sz="4000" b="1">
                <a:latin typeface="Maiandra GD" pitchFamily="34" charset="0"/>
              </a:rPr>
              <a:t>Deleting the last node</a:t>
            </a:r>
          </a:p>
        </p:txBody>
      </p:sp>
      <p:sp>
        <p:nvSpPr>
          <p:cNvPr id="45059" name="Content Placeholder 2"/>
          <p:cNvSpPr>
            <a:spLocks noGrp="1"/>
          </p:cNvSpPr>
          <p:nvPr>
            <p:ph idx="1"/>
          </p:nvPr>
        </p:nvSpPr>
        <p:spPr>
          <a:xfrm>
            <a:off x="152400" y="1066800"/>
            <a:ext cx="8915400" cy="3352800"/>
          </a:xfrm>
        </p:spPr>
        <p:txBody>
          <a:bodyPr/>
          <a:lstStyle/>
          <a:p>
            <a:pPr>
              <a:lnSpc>
                <a:spcPct val="150000"/>
              </a:lnSpc>
              <a:buFont typeface="Arial" pitchFamily="34" charset="0"/>
              <a:buNone/>
            </a:pPr>
            <a:r>
              <a:rPr lang="en-US" sz="2600" dirty="0">
                <a:latin typeface="Maiandra GD" pitchFamily="34" charset="0"/>
              </a:rPr>
              <a:t>Here we apply the following  steps:-</a:t>
            </a:r>
          </a:p>
          <a:p>
            <a:pPr marL="514350" indent="-514350">
              <a:buFont typeface="+mj-lt"/>
              <a:buAutoNum type="arabicPeriod"/>
            </a:pPr>
            <a:r>
              <a:rPr lang="en-US" sz="2500" dirty="0">
                <a:latin typeface="Maiandra GD" pitchFamily="34" charset="0"/>
              </a:rPr>
              <a:t>Set a temporary pointer </a:t>
            </a:r>
            <a:r>
              <a:rPr lang="en-US" sz="2500" b="1" dirty="0">
                <a:latin typeface="Maiandra GD" pitchFamily="34" charset="0"/>
              </a:rPr>
              <a:t> q </a:t>
            </a:r>
            <a:r>
              <a:rPr lang="en-US" sz="2500" dirty="0">
                <a:latin typeface="Maiandra GD" pitchFamily="34" charset="0"/>
              </a:rPr>
              <a:t>and</a:t>
            </a:r>
            <a:r>
              <a:rPr lang="en-US" sz="2500" b="1" dirty="0">
                <a:latin typeface="Maiandra GD" pitchFamily="34" charset="0"/>
              </a:rPr>
              <a:t> temp</a:t>
            </a:r>
          </a:p>
          <a:p>
            <a:pPr marL="514350" indent="-514350">
              <a:buFont typeface="+mj-lt"/>
              <a:buAutoNum type="arabicPeriod"/>
            </a:pPr>
            <a:r>
              <a:rPr lang="en-US" sz="2500" dirty="0">
                <a:latin typeface="Maiandra GD" pitchFamily="34" charset="0"/>
              </a:rPr>
              <a:t>Move forward </a:t>
            </a:r>
            <a:r>
              <a:rPr lang="en-US" sz="2500" b="1" dirty="0">
                <a:latin typeface="Maiandra GD" pitchFamily="34" charset="0"/>
              </a:rPr>
              <a:t>q</a:t>
            </a:r>
            <a:r>
              <a:rPr lang="en-US" sz="2500" dirty="0">
                <a:latin typeface="Maiandra GD" pitchFamily="34" charset="0"/>
              </a:rPr>
              <a:t> and </a:t>
            </a:r>
            <a:r>
              <a:rPr lang="en-US" sz="2500" b="1" dirty="0">
                <a:latin typeface="Maiandra GD" pitchFamily="34" charset="0"/>
              </a:rPr>
              <a:t>temp </a:t>
            </a:r>
            <a:r>
              <a:rPr lang="en-US" sz="2500" dirty="0">
                <a:latin typeface="Maiandra GD" pitchFamily="34" charset="0"/>
              </a:rPr>
              <a:t>so that </a:t>
            </a:r>
            <a:r>
              <a:rPr lang="en-US" sz="2500" b="1" dirty="0">
                <a:latin typeface="Maiandra GD" pitchFamily="34" charset="0"/>
              </a:rPr>
              <a:t>temp</a:t>
            </a:r>
            <a:r>
              <a:rPr lang="en-US" sz="2500" dirty="0">
                <a:latin typeface="Maiandra GD" pitchFamily="34" charset="0"/>
              </a:rPr>
              <a:t> points to the last node and </a:t>
            </a:r>
            <a:r>
              <a:rPr lang="en-US" sz="2500" b="1" dirty="0">
                <a:latin typeface="Maiandra GD" pitchFamily="34" charset="0"/>
              </a:rPr>
              <a:t>q</a:t>
            </a:r>
            <a:r>
              <a:rPr lang="en-US" sz="2500" dirty="0">
                <a:latin typeface="Maiandra GD" pitchFamily="34" charset="0"/>
              </a:rPr>
              <a:t> points to the second last node(previous to temp)</a:t>
            </a:r>
          </a:p>
          <a:p>
            <a:pPr marL="514350" indent="-514350">
              <a:buFont typeface="+mj-lt"/>
              <a:buAutoNum type="arabicPeriod"/>
            </a:pPr>
            <a:r>
              <a:rPr lang="en-US" sz="2500" dirty="0">
                <a:latin typeface="Maiandra GD" pitchFamily="34" charset="0"/>
              </a:rPr>
              <a:t>Make the second last node’s next pointer point to NULL</a:t>
            </a:r>
          </a:p>
          <a:p>
            <a:pPr marL="514350" indent="-514350">
              <a:buFont typeface="+mj-lt"/>
              <a:buAutoNum type="arabicPeriod"/>
            </a:pPr>
            <a:r>
              <a:rPr lang="en-US" sz="2500" dirty="0">
                <a:latin typeface="Maiandra GD" pitchFamily="34" charset="0"/>
              </a:rPr>
              <a:t>Deleting the </a:t>
            </a:r>
            <a:r>
              <a:rPr lang="en-US" sz="2500" b="1" dirty="0">
                <a:latin typeface="Maiandra GD" pitchFamily="34" charset="0"/>
              </a:rPr>
              <a:t>temp</a:t>
            </a:r>
            <a:r>
              <a:rPr lang="en-US" sz="2500" dirty="0">
                <a:latin typeface="Maiandra GD" pitchFamily="34" charset="0"/>
              </a:rPr>
              <a:t> node via delete keyword</a:t>
            </a:r>
          </a:p>
        </p:txBody>
      </p:sp>
      <p:grpSp>
        <p:nvGrpSpPr>
          <p:cNvPr id="45060" name="Group 19"/>
          <p:cNvGrpSpPr>
            <a:grpSpLocks/>
          </p:cNvGrpSpPr>
          <p:nvPr/>
        </p:nvGrpSpPr>
        <p:grpSpPr bwMode="auto">
          <a:xfrm>
            <a:off x="838200" y="4648200"/>
            <a:ext cx="7772400" cy="1905000"/>
            <a:chOff x="762000" y="4495800"/>
            <a:chExt cx="6934200" cy="2057400"/>
          </a:xfrm>
        </p:grpSpPr>
        <p:sp>
          <p:nvSpPr>
            <p:cNvPr id="45062" name="Rectangle 4"/>
            <p:cNvSpPr>
              <a:spLocks noChangeArrowheads="1"/>
            </p:cNvSpPr>
            <p:nvPr/>
          </p:nvSpPr>
          <p:spPr bwMode="auto">
            <a:xfrm>
              <a:off x="5791201" y="5181600"/>
              <a:ext cx="1066800" cy="685800"/>
            </a:xfrm>
            <a:prstGeom prst="rect">
              <a:avLst/>
            </a:prstGeom>
            <a:solidFill>
              <a:srgbClr val="CCFFFF">
                <a:alpha val="50195"/>
              </a:srgbClr>
            </a:solidFill>
            <a:ln w="3175">
              <a:solidFill>
                <a:schemeClr val="tx1"/>
              </a:solidFill>
              <a:prstDash val="sysDot"/>
              <a:miter lim="800000"/>
              <a:headEnd/>
              <a:tailEnd/>
            </a:ln>
          </p:spPr>
          <p:txBody>
            <a:bodyPr wrap="none" anchor="ctr"/>
            <a:lstStyle/>
            <a:p>
              <a:pPr algn="ctr"/>
              <a:r>
                <a:rPr lang="en-US" sz="2400" dirty="0">
                  <a:latin typeface="Times New Roman" pitchFamily="18" charset="0"/>
                </a:rPr>
                <a:t>node4    </a:t>
              </a:r>
            </a:p>
          </p:txBody>
        </p:sp>
        <p:sp>
          <p:nvSpPr>
            <p:cNvPr id="45063" name="Rectangle 4"/>
            <p:cNvSpPr>
              <a:spLocks noChangeArrowheads="1"/>
            </p:cNvSpPr>
            <p:nvPr/>
          </p:nvSpPr>
          <p:spPr bwMode="auto">
            <a:xfrm>
              <a:off x="4365065" y="5181600"/>
              <a:ext cx="951753" cy="685800"/>
            </a:xfrm>
            <a:prstGeom prst="rect">
              <a:avLst/>
            </a:prstGeom>
            <a:solidFill>
              <a:srgbClr val="CCFFFF">
                <a:alpha val="50195"/>
              </a:srgbClr>
            </a:solidFill>
            <a:ln w="3175">
              <a:solidFill>
                <a:schemeClr val="tx1"/>
              </a:solidFill>
              <a:prstDash val="sysDot"/>
              <a:miter lim="800000"/>
              <a:headEnd/>
              <a:tailEnd/>
            </a:ln>
          </p:spPr>
          <p:txBody>
            <a:bodyPr wrap="none" anchor="ctr"/>
            <a:lstStyle/>
            <a:p>
              <a:pPr algn="ctr"/>
              <a:r>
                <a:rPr lang="en-US" sz="2400" dirty="0">
                  <a:latin typeface="Times New Roman" pitchFamily="18" charset="0"/>
                </a:rPr>
                <a:t>node3    </a:t>
              </a:r>
            </a:p>
          </p:txBody>
        </p:sp>
        <p:sp>
          <p:nvSpPr>
            <p:cNvPr id="45064" name="Rectangle 5"/>
            <p:cNvSpPr>
              <a:spLocks noChangeArrowheads="1"/>
            </p:cNvSpPr>
            <p:nvPr/>
          </p:nvSpPr>
          <p:spPr bwMode="auto">
            <a:xfrm>
              <a:off x="1676401" y="5181600"/>
              <a:ext cx="1057088" cy="685800"/>
            </a:xfrm>
            <a:prstGeom prst="rect">
              <a:avLst/>
            </a:prstGeom>
            <a:solidFill>
              <a:srgbClr val="CCFFFF">
                <a:alpha val="50195"/>
              </a:srgbClr>
            </a:solidFill>
            <a:ln w="3175">
              <a:solidFill>
                <a:srgbClr val="000000"/>
              </a:solidFill>
              <a:prstDash val="sysDot"/>
              <a:miter lim="800000"/>
              <a:headEnd/>
              <a:tailEnd/>
            </a:ln>
          </p:spPr>
          <p:txBody>
            <a:bodyPr wrap="none" anchor="ctr"/>
            <a:lstStyle/>
            <a:p>
              <a:pPr algn="ctr"/>
              <a:r>
                <a:rPr lang="en-US" sz="2400" dirty="0">
                  <a:latin typeface="Times New Roman" pitchFamily="18" charset="0"/>
                </a:rPr>
                <a:t>node1  </a:t>
              </a:r>
            </a:p>
          </p:txBody>
        </p:sp>
        <p:sp>
          <p:nvSpPr>
            <p:cNvPr id="45065" name="Freeform 10"/>
            <p:cNvSpPr>
              <a:spLocks/>
            </p:cNvSpPr>
            <p:nvPr/>
          </p:nvSpPr>
          <p:spPr bwMode="auto">
            <a:xfrm>
              <a:off x="1295400" y="5029200"/>
              <a:ext cx="381000" cy="381000"/>
            </a:xfrm>
            <a:custGeom>
              <a:avLst/>
              <a:gdLst>
                <a:gd name="T0" fmla="*/ 2147483647 w 512"/>
                <a:gd name="T1" fmla="*/ 0 h 240"/>
                <a:gd name="T2" fmla="*/ 2147483647 w 512"/>
                <a:gd name="T3" fmla="*/ 2147483647 h 240"/>
                <a:gd name="T4" fmla="*/ 2147483647 w 512"/>
                <a:gd name="T5" fmla="*/ 2147483647 h 240"/>
                <a:gd name="T6" fmla="*/ 0 60000 65536"/>
                <a:gd name="T7" fmla="*/ 0 60000 65536"/>
                <a:gd name="T8" fmla="*/ 0 60000 65536"/>
                <a:gd name="T9" fmla="*/ 0 w 512"/>
                <a:gd name="T10" fmla="*/ 0 h 240"/>
                <a:gd name="T11" fmla="*/ 512 w 512"/>
                <a:gd name="T12" fmla="*/ 240 h 240"/>
              </a:gdLst>
              <a:ahLst/>
              <a:cxnLst>
                <a:cxn ang="T6">
                  <a:pos x="T0" y="T1"/>
                </a:cxn>
                <a:cxn ang="T7">
                  <a:pos x="T2" y="T3"/>
                </a:cxn>
                <a:cxn ang="T8">
                  <a:pos x="T4" y="T5"/>
                </a:cxn>
              </a:cxnLst>
              <a:rect l="T9" t="T10" r="T11" b="T12"/>
              <a:pathLst>
                <a:path w="512" h="240">
                  <a:moveTo>
                    <a:pt x="32" y="0"/>
                  </a:moveTo>
                  <a:cubicBezTo>
                    <a:pt x="16" y="76"/>
                    <a:pt x="0" y="152"/>
                    <a:pt x="80" y="192"/>
                  </a:cubicBezTo>
                  <a:cubicBezTo>
                    <a:pt x="160" y="232"/>
                    <a:pt x="336" y="236"/>
                    <a:pt x="512" y="240"/>
                  </a:cubicBezTo>
                </a:path>
              </a:pathLst>
            </a:custGeom>
            <a:noFill/>
            <a:ln w="9525">
              <a:solidFill>
                <a:schemeClr val="tx1"/>
              </a:solidFill>
              <a:round/>
              <a:headEnd type="oval" w="med" len="med"/>
              <a:tailEnd type="triangle" w="med" len="med"/>
            </a:ln>
          </p:spPr>
          <p:txBody>
            <a:bodyPr/>
            <a:lstStyle/>
            <a:p>
              <a:endParaRPr lang="en-US"/>
            </a:p>
          </p:txBody>
        </p:sp>
        <p:sp>
          <p:nvSpPr>
            <p:cNvPr id="45066" name="Text Box 11"/>
            <p:cNvSpPr txBox="1">
              <a:spLocks noChangeArrowheads="1"/>
            </p:cNvSpPr>
            <p:nvPr/>
          </p:nvSpPr>
          <p:spPr bwMode="auto">
            <a:xfrm>
              <a:off x="762000" y="4495800"/>
              <a:ext cx="1066800" cy="457200"/>
            </a:xfrm>
            <a:prstGeom prst="rect">
              <a:avLst/>
            </a:prstGeom>
            <a:noFill/>
            <a:ln w="9525">
              <a:noFill/>
              <a:miter lim="800000"/>
              <a:headEnd/>
              <a:tailEnd/>
            </a:ln>
          </p:spPr>
          <p:txBody>
            <a:bodyPr>
              <a:spAutoFit/>
            </a:bodyPr>
            <a:lstStyle/>
            <a:p>
              <a:pPr>
                <a:spcBef>
                  <a:spcPct val="50000"/>
                </a:spcBef>
              </a:pPr>
              <a:r>
                <a:rPr lang="en-US" sz="2400" dirty="0">
                  <a:latin typeface="Times New Roman" pitchFamily="18" charset="0"/>
                </a:rPr>
                <a:t>start</a:t>
              </a:r>
            </a:p>
          </p:txBody>
        </p:sp>
        <p:sp>
          <p:nvSpPr>
            <p:cNvPr id="45067" name="Line 13"/>
            <p:cNvSpPr>
              <a:spLocks noChangeShapeType="1"/>
            </p:cNvSpPr>
            <p:nvPr/>
          </p:nvSpPr>
          <p:spPr bwMode="auto">
            <a:xfrm>
              <a:off x="2665507" y="5562600"/>
              <a:ext cx="407894" cy="0"/>
            </a:xfrm>
            <a:prstGeom prst="line">
              <a:avLst/>
            </a:prstGeom>
            <a:noFill/>
            <a:ln w="28575">
              <a:solidFill>
                <a:schemeClr val="tx1"/>
              </a:solidFill>
              <a:round/>
              <a:headEnd type="oval" w="med" len="med"/>
              <a:tailEnd type="triangle" w="med" len="med"/>
            </a:ln>
          </p:spPr>
          <p:txBody>
            <a:bodyPr/>
            <a:lstStyle/>
            <a:p>
              <a:endParaRPr lang="en-US"/>
            </a:p>
          </p:txBody>
        </p:sp>
        <p:sp>
          <p:nvSpPr>
            <p:cNvPr id="45068" name="Line 13"/>
            <p:cNvSpPr>
              <a:spLocks noChangeShapeType="1"/>
            </p:cNvSpPr>
            <p:nvPr/>
          </p:nvSpPr>
          <p:spPr bwMode="auto">
            <a:xfrm>
              <a:off x="5321301" y="5524500"/>
              <a:ext cx="541618" cy="0"/>
            </a:xfrm>
            <a:prstGeom prst="line">
              <a:avLst/>
            </a:prstGeom>
            <a:noFill/>
            <a:ln w="28575">
              <a:solidFill>
                <a:schemeClr val="tx1"/>
              </a:solidFill>
              <a:round/>
              <a:headEnd type="oval" w="med" len="med"/>
              <a:tailEnd type="triangle" w="med" len="med"/>
            </a:ln>
          </p:spPr>
          <p:txBody>
            <a:bodyPr/>
            <a:lstStyle/>
            <a:p>
              <a:endParaRPr lang="en-US"/>
            </a:p>
          </p:txBody>
        </p:sp>
        <p:cxnSp>
          <p:nvCxnSpPr>
            <p:cNvPr id="12" name="Elbow Connector 11"/>
            <p:cNvCxnSpPr/>
            <p:nvPr/>
          </p:nvCxnSpPr>
          <p:spPr>
            <a:xfrm>
              <a:off x="5321301" y="5638800"/>
              <a:ext cx="1083235" cy="914400"/>
            </a:xfrm>
            <a:prstGeom prst="bentConnector3">
              <a:avLst>
                <a:gd name="adj1" fmla="val 28320"/>
              </a:avLst>
            </a:prstGeom>
            <a:ln>
              <a:prstDash val="sysDot"/>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461559"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044888"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608482"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45062" idx="3"/>
            </p:cNvCxnSpPr>
            <p:nvPr/>
          </p:nvCxnSpPr>
          <p:spPr>
            <a:xfrm flipV="1">
              <a:off x="6858001" y="5029200"/>
              <a:ext cx="838199" cy="495300"/>
            </a:xfrm>
            <a:prstGeom prst="bentConnector3">
              <a:avLst>
                <a:gd name="adj1" fmla="val 50000"/>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943600" y="4953000"/>
              <a:ext cx="914400" cy="1143000"/>
            </a:xfrm>
            <a:prstGeom prst="line">
              <a:avLst/>
            </a:prstGeom>
          </p:spPr>
          <p:style>
            <a:lnRef idx="3">
              <a:schemeClr val="accent3"/>
            </a:lnRef>
            <a:fillRef idx="0">
              <a:schemeClr val="accent3"/>
            </a:fillRef>
            <a:effectRef idx="2">
              <a:schemeClr val="accent3"/>
            </a:effectRef>
            <a:fontRef idx="minor">
              <a:schemeClr val="tx1"/>
            </a:fontRef>
          </p:style>
        </p:cxnSp>
        <p:cxnSp>
          <p:nvCxnSpPr>
            <p:cNvPr id="29" name="Straight Connector 28"/>
            <p:cNvCxnSpPr/>
            <p:nvPr/>
          </p:nvCxnSpPr>
          <p:spPr>
            <a:xfrm flipH="1">
              <a:off x="5943600" y="4953000"/>
              <a:ext cx="838200" cy="1143000"/>
            </a:xfrm>
            <a:prstGeom prst="line">
              <a:avLst/>
            </a:prstGeom>
          </p:spPr>
          <p:style>
            <a:lnRef idx="3">
              <a:schemeClr val="accent3"/>
            </a:lnRef>
            <a:fillRef idx="0">
              <a:schemeClr val="accent3"/>
            </a:fillRef>
            <a:effectRef idx="2">
              <a:schemeClr val="accent3"/>
            </a:effectRef>
            <a:fontRef idx="minor">
              <a:schemeClr val="tx1"/>
            </a:fontRef>
          </p:style>
        </p:cxnSp>
      </p:grpSp>
      <p:sp>
        <p:nvSpPr>
          <p:cNvPr id="11" name="Slide Number Placeholder 10"/>
          <p:cNvSpPr>
            <a:spLocks noGrp="1"/>
          </p:cNvSpPr>
          <p:nvPr>
            <p:ph type="sldNum" sz="quarter" idx="12"/>
          </p:nvPr>
        </p:nvSpPr>
        <p:spPr/>
        <p:txBody>
          <a:bodyPr/>
          <a:lstStyle/>
          <a:p>
            <a:pPr>
              <a:defRPr/>
            </a:pPr>
            <a:fld id="{EDC1918E-AB14-41F9-842A-7D2B562E15DB}" type="slidenum">
              <a:rPr lang="en-US" smtClean="0"/>
              <a:pPr>
                <a:defRPr/>
              </a:pPr>
              <a:t>43</a:t>
            </a:fld>
            <a:endParaRPr lang="en-US"/>
          </a:p>
        </p:txBody>
      </p:sp>
      <p:sp>
        <p:nvSpPr>
          <p:cNvPr id="20" name="Rectangle 4"/>
          <p:cNvSpPr>
            <a:spLocks noChangeArrowheads="1"/>
          </p:cNvSpPr>
          <p:nvPr/>
        </p:nvSpPr>
        <p:spPr bwMode="auto">
          <a:xfrm>
            <a:off x="3429000" y="5257800"/>
            <a:ext cx="1066800" cy="685800"/>
          </a:xfrm>
          <a:prstGeom prst="rect">
            <a:avLst/>
          </a:prstGeom>
          <a:solidFill>
            <a:srgbClr val="CCFFFF">
              <a:alpha val="50195"/>
            </a:srgbClr>
          </a:solidFill>
          <a:ln w="3175">
            <a:solidFill>
              <a:schemeClr val="tx1"/>
            </a:solidFill>
            <a:prstDash val="sysDot"/>
            <a:miter lim="800000"/>
            <a:headEnd/>
            <a:tailEnd/>
          </a:ln>
        </p:spPr>
        <p:txBody>
          <a:bodyPr wrap="none" anchor="ctr"/>
          <a:lstStyle/>
          <a:p>
            <a:pPr algn="ctr"/>
            <a:r>
              <a:rPr lang="en-US" sz="2400" dirty="0">
                <a:latin typeface="Times New Roman" pitchFamily="18" charset="0"/>
              </a:rPr>
              <a:t>node2    </a:t>
            </a:r>
          </a:p>
        </p:txBody>
      </p:sp>
      <p:cxnSp>
        <p:nvCxnSpPr>
          <p:cNvPr id="23" name="Straight Connector 22"/>
          <p:cNvCxnSpPr/>
          <p:nvPr/>
        </p:nvCxnSpPr>
        <p:spPr bwMode="auto">
          <a:xfrm>
            <a:off x="4191000" y="5257800"/>
            <a:ext cx="0" cy="685800"/>
          </a:xfrm>
          <a:prstGeom prst="line">
            <a:avLst/>
          </a:prstGeom>
        </p:spPr>
        <p:style>
          <a:lnRef idx="1">
            <a:schemeClr val="accent1"/>
          </a:lnRef>
          <a:fillRef idx="0">
            <a:schemeClr val="accent1"/>
          </a:fillRef>
          <a:effectRef idx="0">
            <a:schemeClr val="accent1"/>
          </a:effectRef>
          <a:fontRef idx="minor">
            <a:schemeClr val="tx1"/>
          </a:fontRef>
        </p:style>
      </p:cxnSp>
      <p:sp>
        <p:nvSpPr>
          <p:cNvPr id="26" name="Line 13"/>
          <p:cNvSpPr>
            <a:spLocks noChangeShapeType="1"/>
          </p:cNvSpPr>
          <p:nvPr/>
        </p:nvSpPr>
        <p:spPr bwMode="auto">
          <a:xfrm>
            <a:off x="4419600" y="5638800"/>
            <a:ext cx="457200" cy="0"/>
          </a:xfrm>
          <a:prstGeom prst="line">
            <a:avLst/>
          </a:prstGeom>
          <a:noFill/>
          <a:ln w="28575">
            <a:solidFill>
              <a:schemeClr val="tx1"/>
            </a:solidFill>
            <a:round/>
            <a:headEnd type="oval" w="med" len="med"/>
            <a:tailEnd type="triangle" w="med" len="med"/>
          </a:ln>
        </p:spPr>
        <p:txBody>
          <a:bodyPr/>
          <a:lstStyle/>
          <a:p>
            <a:endParaRPr lang="en-US"/>
          </a:p>
        </p:txBody>
      </p:sp>
      <p:sp>
        <p:nvSpPr>
          <p:cNvPr id="33" name="Text Box 11"/>
          <p:cNvSpPr txBox="1">
            <a:spLocks noChangeArrowheads="1"/>
          </p:cNvSpPr>
          <p:nvPr/>
        </p:nvSpPr>
        <p:spPr bwMode="auto">
          <a:xfrm>
            <a:off x="5029200" y="6096000"/>
            <a:ext cx="533400" cy="457200"/>
          </a:xfrm>
          <a:prstGeom prst="rect">
            <a:avLst/>
          </a:prstGeom>
          <a:noFill/>
          <a:ln w="9525">
            <a:noFill/>
            <a:miter lim="800000"/>
            <a:headEnd/>
            <a:tailEnd/>
          </a:ln>
        </p:spPr>
        <p:txBody>
          <a:bodyPr wrap="square">
            <a:spAutoFit/>
          </a:bodyPr>
          <a:lstStyle/>
          <a:p>
            <a:pPr algn="ctr">
              <a:spcBef>
                <a:spcPct val="50000"/>
              </a:spcBef>
            </a:pPr>
            <a:r>
              <a:rPr lang="en-US" sz="2400" dirty="0">
                <a:latin typeface="Times New Roman" pitchFamily="18" charset="0"/>
              </a:rPr>
              <a:t>q</a:t>
            </a:r>
          </a:p>
        </p:txBody>
      </p:sp>
      <p:sp>
        <p:nvSpPr>
          <p:cNvPr id="34" name="Text Box 11"/>
          <p:cNvSpPr txBox="1">
            <a:spLocks noChangeArrowheads="1"/>
          </p:cNvSpPr>
          <p:nvPr/>
        </p:nvSpPr>
        <p:spPr bwMode="auto">
          <a:xfrm>
            <a:off x="6705599" y="6096000"/>
            <a:ext cx="794657" cy="461665"/>
          </a:xfrm>
          <a:prstGeom prst="rect">
            <a:avLst/>
          </a:prstGeom>
          <a:noFill/>
          <a:ln w="9525">
            <a:noFill/>
            <a:miter lim="800000"/>
            <a:headEnd/>
            <a:tailEnd/>
          </a:ln>
        </p:spPr>
        <p:txBody>
          <a:bodyPr wrap="square">
            <a:spAutoFit/>
          </a:bodyPr>
          <a:lstStyle/>
          <a:p>
            <a:pPr algn="ctr">
              <a:spcBef>
                <a:spcPct val="50000"/>
              </a:spcBef>
            </a:pPr>
            <a:r>
              <a:rPr lang="en-US" sz="2400" dirty="0">
                <a:latin typeface="Times New Roman" pitchFamily="18" charset="0"/>
              </a:rPr>
              <a:t>temp</a:t>
            </a:r>
          </a:p>
        </p:txBody>
      </p:sp>
      <p:sp>
        <p:nvSpPr>
          <p:cNvPr id="36" name="Line 52"/>
          <p:cNvSpPr>
            <a:spLocks noChangeShapeType="1"/>
          </p:cNvSpPr>
          <p:nvPr/>
        </p:nvSpPr>
        <p:spPr bwMode="auto">
          <a:xfrm flipV="1">
            <a:off x="5334000" y="5905500"/>
            <a:ext cx="0" cy="266700"/>
          </a:xfrm>
          <a:prstGeom prst="line">
            <a:avLst/>
          </a:prstGeom>
          <a:noFill/>
          <a:ln w="19050">
            <a:solidFill>
              <a:schemeClr val="tx1"/>
            </a:solidFill>
            <a:round/>
            <a:headEnd/>
            <a:tailEnd type="triangle" w="lg" len="lg"/>
          </a:ln>
        </p:spPr>
        <p:txBody>
          <a:bodyPr wrap="none" anchor="ctr"/>
          <a:lstStyle/>
          <a:p>
            <a:endParaRPr lang="en-US"/>
          </a:p>
        </p:txBody>
      </p:sp>
      <p:sp>
        <p:nvSpPr>
          <p:cNvPr id="38" name="Line 52"/>
          <p:cNvSpPr>
            <a:spLocks noChangeShapeType="1"/>
          </p:cNvSpPr>
          <p:nvPr/>
        </p:nvSpPr>
        <p:spPr bwMode="auto">
          <a:xfrm flipV="1">
            <a:off x="7010400" y="5867400"/>
            <a:ext cx="0" cy="266700"/>
          </a:xfrm>
          <a:prstGeom prst="line">
            <a:avLst/>
          </a:prstGeom>
          <a:noFill/>
          <a:ln w="19050">
            <a:solidFill>
              <a:schemeClr val="tx1"/>
            </a:solidFill>
            <a:round/>
            <a:headEnd/>
            <a:tailEnd type="triangle" w="lg" len="lg"/>
          </a:ln>
        </p:spPr>
        <p:txBody>
          <a:bodyPr wrap="none" anchor="ct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p:cNvSpPr>
          <p:nvPr>
            <p:ph idx="1"/>
          </p:nvPr>
        </p:nvSpPr>
        <p:spPr>
          <a:xfrm>
            <a:off x="152400" y="228600"/>
            <a:ext cx="8915400" cy="6553200"/>
          </a:xfrm>
        </p:spPr>
        <p:txBody>
          <a:bodyPr/>
          <a:lstStyle/>
          <a:p>
            <a:pPr>
              <a:buFont typeface="Arial" pitchFamily="34" charset="0"/>
              <a:buNone/>
            </a:pPr>
            <a:r>
              <a:rPr lang="en-US" sz="2400">
                <a:latin typeface="Maiandra GD" pitchFamily="34" charset="0"/>
                <a:cs typeface="Courier New" pitchFamily="49" charset="0"/>
              </a:rPr>
              <a:t>void del_last()</a:t>
            </a:r>
          </a:p>
          <a:p>
            <a:pPr>
              <a:buFont typeface="Arial" pitchFamily="34" charset="0"/>
              <a:buNone/>
            </a:pPr>
            <a:r>
              <a:rPr lang="en-US" sz="2400">
                <a:latin typeface="Maiandra GD" pitchFamily="34" charset="0"/>
                <a:cs typeface="Courier New" pitchFamily="49" charset="0"/>
              </a:rPr>
              <a:t>{</a:t>
            </a:r>
          </a:p>
          <a:p>
            <a:pPr>
              <a:buFont typeface="Arial" pitchFamily="34" charset="0"/>
              <a:buNone/>
            </a:pPr>
            <a:r>
              <a:rPr lang="en-US" sz="2400">
                <a:latin typeface="Maiandra GD" pitchFamily="34" charset="0"/>
                <a:cs typeface="Courier New" pitchFamily="49" charset="0"/>
              </a:rPr>
              <a:t>      if(start==NULL)</a:t>
            </a:r>
          </a:p>
          <a:p>
            <a:pPr>
              <a:buFont typeface="Arial" pitchFamily="34" charset="0"/>
              <a:buNone/>
            </a:pPr>
            <a:r>
              <a:rPr lang="en-US" sz="2400">
                <a:latin typeface="Maiandra GD" pitchFamily="34" charset="0"/>
                <a:cs typeface="Courier New" pitchFamily="49" charset="0"/>
              </a:rPr>
              <a:t>          cout&lt;&lt;”\n Error….List is empty”;</a:t>
            </a:r>
          </a:p>
          <a:p>
            <a:pPr>
              <a:buFont typeface="Arial" pitchFamily="34" charset="0"/>
              <a:buNone/>
            </a:pPr>
            <a:r>
              <a:rPr lang="en-US" sz="2400">
                <a:latin typeface="Maiandra GD" pitchFamily="34" charset="0"/>
                <a:cs typeface="Courier New" pitchFamily="49" charset="0"/>
              </a:rPr>
              <a:t>     else</a:t>
            </a:r>
          </a:p>
          <a:p>
            <a:pPr>
              <a:buFont typeface="Arial" pitchFamily="34" charset="0"/>
              <a:buNone/>
            </a:pPr>
            <a:r>
              <a:rPr lang="en-US" sz="2400">
                <a:latin typeface="Maiandra GD" pitchFamily="34" charset="0"/>
                <a:cs typeface="Courier New" pitchFamily="49" charset="0"/>
              </a:rPr>
              <a:t>           {</a:t>
            </a:r>
          </a:p>
          <a:p>
            <a:pPr>
              <a:buFont typeface="Arial" pitchFamily="34" charset="0"/>
              <a:buNone/>
            </a:pPr>
            <a:r>
              <a:rPr lang="en-US" sz="2400">
                <a:latin typeface="Maiandra GD" pitchFamily="34" charset="0"/>
                <a:cs typeface="Courier New" pitchFamily="49" charset="0"/>
              </a:rPr>
              <a:t>              student *q=start;</a:t>
            </a:r>
          </a:p>
          <a:p>
            <a:pPr>
              <a:buFont typeface="Arial" pitchFamily="34" charset="0"/>
              <a:buNone/>
            </a:pPr>
            <a:r>
              <a:rPr lang="en-US" sz="2400">
                <a:latin typeface="Maiandra GD" pitchFamily="34" charset="0"/>
                <a:cs typeface="Courier New" pitchFamily="49" charset="0"/>
              </a:rPr>
              <a:t>               while(q-&gt;next-&gt;next!=NULL)</a:t>
            </a:r>
          </a:p>
          <a:p>
            <a:pPr>
              <a:buFont typeface="Arial" pitchFamily="34" charset="0"/>
              <a:buNone/>
            </a:pPr>
            <a:r>
              <a:rPr lang="en-US" sz="2400">
                <a:latin typeface="Maiandra GD" pitchFamily="34" charset="0"/>
                <a:cs typeface="Courier New" pitchFamily="49" charset="0"/>
              </a:rPr>
              <a:t>                            q=q-&gt;next;</a:t>
            </a:r>
          </a:p>
          <a:p>
            <a:pPr>
              <a:buFont typeface="Arial" pitchFamily="34" charset="0"/>
              <a:buNone/>
            </a:pPr>
            <a:r>
              <a:rPr lang="en-US" sz="2400">
                <a:latin typeface="Maiandra GD" pitchFamily="34" charset="0"/>
                <a:cs typeface="Courier New" pitchFamily="49" charset="0"/>
              </a:rPr>
              <a:t>               student *temp=q-&gt;next;</a:t>
            </a:r>
          </a:p>
          <a:p>
            <a:pPr>
              <a:buFont typeface="Arial" pitchFamily="34" charset="0"/>
              <a:buNone/>
            </a:pPr>
            <a:r>
              <a:rPr lang="en-US" sz="2400">
                <a:latin typeface="Maiandra GD" pitchFamily="34" charset="0"/>
                <a:cs typeface="Courier New" pitchFamily="49" charset="0"/>
              </a:rPr>
              <a:t>                     q-&gt;next=NULL;</a:t>
            </a:r>
          </a:p>
          <a:p>
            <a:pPr>
              <a:buFont typeface="Arial" pitchFamily="34" charset="0"/>
              <a:buNone/>
            </a:pPr>
            <a:r>
              <a:rPr lang="en-US" sz="2400">
                <a:latin typeface="Maiandra GD" pitchFamily="34" charset="0"/>
                <a:cs typeface="Courier New" pitchFamily="49" charset="0"/>
              </a:rPr>
              <a:t>              delete temp;</a:t>
            </a:r>
          </a:p>
          <a:p>
            <a:pPr>
              <a:buFont typeface="Arial" pitchFamily="34" charset="0"/>
              <a:buNone/>
            </a:pPr>
            <a:r>
              <a:rPr lang="en-US" sz="2400">
                <a:latin typeface="Maiandra GD" pitchFamily="34" charset="0"/>
                <a:cs typeface="Courier New" pitchFamily="49" charset="0"/>
              </a:rPr>
              <a:t>             cout&lt;&lt;”\n Deleted successfully…”;</a:t>
            </a:r>
          </a:p>
          <a:p>
            <a:pPr>
              <a:buFont typeface="Arial" pitchFamily="34" charset="0"/>
              <a:buNone/>
            </a:pPr>
            <a:r>
              <a:rPr lang="en-US" sz="2400">
                <a:latin typeface="Maiandra GD" pitchFamily="34" charset="0"/>
                <a:cs typeface="Courier New" pitchFamily="49" charset="0"/>
              </a:rPr>
              <a:t>         }</a:t>
            </a:r>
          </a:p>
          <a:p>
            <a:pPr>
              <a:buFont typeface="Arial" pitchFamily="34" charset="0"/>
              <a:buNone/>
            </a:pPr>
            <a:r>
              <a:rPr lang="en-US" sz="2400">
                <a:latin typeface="Maiandra GD" pitchFamily="34" charset="0"/>
                <a:cs typeface="Courier New" pitchFamily="49" charset="0"/>
              </a:rPr>
              <a:t> }</a:t>
            </a:r>
          </a:p>
          <a:p>
            <a:pPr>
              <a:buFont typeface="Arial" pitchFamily="34" charset="0"/>
              <a:buNone/>
            </a:pPr>
            <a:endParaRPr lang="en-US" sz="2400">
              <a:latin typeface="Maiandra GD" pitchFamily="34" charset="0"/>
              <a:cs typeface="Courier New" pitchFamily="49" charset="0"/>
            </a:endParaRPr>
          </a:p>
          <a:p>
            <a:endParaRPr lang="en-US" sz="2000">
              <a:latin typeface="Maiandra GD" pitchFamily="34" charset="0"/>
            </a:endParaRPr>
          </a:p>
        </p:txBody>
      </p:sp>
      <p:sp>
        <p:nvSpPr>
          <p:cNvPr id="2" name="Slide Number Placeholder 1"/>
          <p:cNvSpPr>
            <a:spLocks noGrp="1"/>
          </p:cNvSpPr>
          <p:nvPr>
            <p:ph type="sldNum" sz="quarter" idx="12"/>
          </p:nvPr>
        </p:nvSpPr>
        <p:spPr/>
        <p:txBody>
          <a:bodyPr/>
          <a:lstStyle/>
          <a:p>
            <a:pPr>
              <a:defRPr/>
            </a:pPr>
            <a:fld id="{05D6D3C3-6C85-4211-A43E-2294E0641386}"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381000" y="228600"/>
            <a:ext cx="8229600" cy="819150"/>
          </a:xfrm>
        </p:spPr>
        <p:txBody>
          <a:bodyPr/>
          <a:lstStyle/>
          <a:p>
            <a:r>
              <a:rPr lang="en-US" sz="4000" b="1">
                <a:latin typeface="Maiandra GD" pitchFamily="34" charset="0"/>
              </a:rPr>
              <a:t>Deleting a particular node</a:t>
            </a:r>
          </a:p>
        </p:txBody>
      </p:sp>
      <p:sp>
        <p:nvSpPr>
          <p:cNvPr id="3" name="Content Placeholder 2"/>
          <p:cNvSpPr>
            <a:spLocks noGrp="1"/>
          </p:cNvSpPr>
          <p:nvPr>
            <p:ph idx="1"/>
          </p:nvPr>
        </p:nvSpPr>
        <p:spPr>
          <a:xfrm>
            <a:off x="381000" y="1143000"/>
            <a:ext cx="8458200" cy="1524000"/>
          </a:xfrm>
        </p:spPr>
        <p:txBody>
          <a:bodyPr>
            <a:normAutofit fontScale="92500" lnSpcReduction="10000"/>
          </a:bodyPr>
          <a:lstStyle/>
          <a:p>
            <a:pPr algn="just">
              <a:defRPr/>
            </a:pPr>
            <a:r>
              <a:rPr lang="en-US" sz="2800" dirty="0">
                <a:latin typeface="Maiandra GD" pitchFamily="34" charset="0"/>
              </a:rPr>
              <a:t>Here we make the next pointer of the node previous to the node being deleted, point to the successor node of the node to be deleted and then delete the node using </a:t>
            </a:r>
            <a:r>
              <a:rPr lang="en-US" sz="2800" dirty="0">
                <a:solidFill>
                  <a:srgbClr val="FF0000"/>
                </a:solidFill>
                <a:latin typeface="Maiandra GD" pitchFamily="34" charset="0"/>
              </a:rPr>
              <a:t>delete</a:t>
            </a:r>
            <a:r>
              <a:rPr lang="en-US" sz="2800" dirty="0">
                <a:latin typeface="Maiandra GD" pitchFamily="34" charset="0"/>
              </a:rPr>
              <a:t> keyword.</a:t>
            </a:r>
          </a:p>
        </p:txBody>
      </p:sp>
      <p:grpSp>
        <p:nvGrpSpPr>
          <p:cNvPr id="47108" name="Group 13"/>
          <p:cNvGrpSpPr>
            <a:grpSpLocks/>
          </p:cNvGrpSpPr>
          <p:nvPr/>
        </p:nvGrpSpPr>
        <p:grpSpPr bwMode="auto">
          <a:xfrm>
            <a:off x="1219200" y="2819400"/>
            <a:ext cx="6400800" cy="2667000"/>
            <a:chOff x="1219200" y="4343400"/>
            <a:chExt cx="6019800" cy="2057400"/>
          </a:xfrm>
        </p:grpSpPr>
        <p:sp>
          <p:nvSpPr>
            <p:cNvPr id="47110" name="Rectangle 4"/>
            <p:cNvSpPr>
              <a:spLocks noChangeArrowheads="1"/>
            </p:cNvSpPr>
            <p:nvPr/>
          </p:nvSpPr>
          <p:spPr bwMode="auto">
            <a:xfrm>
              <a:off x="2133600" y="45720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a:r>
                <a:rPr lang="en-US" sz="2400">
                  <a:latin typeface="Times New Roman" pitchFamily="18" charset="0"/>
                </a:rPr>
                <a:t>node1    </a:t>
              </a:r>
            </a:p>
          </p:txBody>
        </p:sp>
        <p:sp>
          <p:nvSpPr>
            <p:cNvPr id="47111" name="Rectangle 5"/>
            <p:cNvSpPr>
              <a:spLocks noChangeArrowheads="1"/>
            </p:cNvSpPr>
            <p:nvPr/>
          </p:nvSpPr>
          <p:spPr bwMode="auto">
            <a:xfrm>
              <a:off x="4038600" y="45720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a:r>
                <a:rPr lang="en-US" sz="2400">
                  <a:latin typeface="Times New Roman" pitchFamily="18" charset="0"/>
                </a:rPr>
                <a:t>node2    </a:t>
              </a:r>
            </a:p>
          </p:txBody>
        </p:sp>
        <p:sp>
          <p:nvSpPr>
            <p:cNvPr id="47112" name="Line 6"/>
            <p:cNvSpPr>
              <a:spLocks noChangeShapeType="1"/>
            </p:cNvSpPr>
            <p:nvPr/>
          </p:nvSpPr>
          <p:spPr bwMode="auto">
            <a:xfrm>
              <a:off x="5029200" y="4953000"/>
              <a:ext cx="914400" cy="0"/>
            </a:xfrm>
            <a:prstGeom prst="line">
              <a:avLst/>
            </a:prstGeom>
            <a:noFill/>
            <a:ln w="28575">
              <a:solidFill>
                <a:schemeClr val="tx1"/>
              </a:solidFill>
              <a:round/>
              <a:headEnd type="oval" w="med" len="med"/>
              <a:tailEnd type="triangle" w="med" len="med"/>
            </a:ln>
          </p:spPr>
          <p:txBody>
            <a:bodyPr/>
            <a:lstStyle/>
            <a:p>
              <a:endParaRPr lang="en-US"/>
            </a:p>
          </p:txBody>
        </p:sp>
        <p:sp>
          <p:nvSpPr>
            <p:cNvPr id="47113" name="Rectangle 7"/>
            <p:cNvSpPr>
              <a:spLocks noChangeArrowheads="1"/>
            </p:cNvSpPr>
            <p:nvPr/>
          </p:nvSpPr>
          <p:spPr bwMode="auto">
            <a:xfrm>
              <a:off x="5943600" y="45720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a:r>
                <a:rPr lang="en-US" sz="2400">
                  <a:latin typeface="Times New Roman" pitchFamily="18" charset="0"/>
                </a:rPr>
                <a:t>node3    </a:t>
              </a:r>
            </a:p>
          </p:txBody>
        </p:sp>
        <p:sp>
          <p:nvSpPr>
            <p:cNvPr id="47114" name="Line 8"/>
            <p:cNvSpPr>
              <a:spLocks noChangeShapeType="1"/>
            </p:cNvSpPr>
            <p:nvPr/>
          </p:nvSpPr>
          <p:spPr bwMode="auto">
            <a:xfrm flipH="1">
              <a:off x="6934200" y="4953000"/>
              <a:ext cx="0" cy="0"/>
            </a:xfrm>
            <a:prstGeom prst="line">
              <a:avLst/>
            </a:prstGeom>
            <a:noFill/>
            <a:ln w="28575">
              <a:solidFill>
                <a:schemeClr val="tx1"/>
              </a:solidFill>
              <a:round/>
              <a:headEnd type="oval" w="med" len="med"/>
              <a:tailEnd type="oval" w="med" len="med"/>
            </a:ln>
          </p:spPr>
          <p:txBody>
            <a:bodyPr/>
            <a:lstStyle/>
            <a:p>
              <a:endParaRPr lang="en-US"/>
            </a:p>
          </p:txBody>
        </p:sp>
        <p:sp>
          <p:nvSpPr>
            <p:cNvPr id="47115" name="Freeform 13"/>
            <p:cNvSpPr>
              <a:spLocks/>
            </p:cNvSpPr>
            <p:nvPr/>
          </p:nvSpPr>
          <p:spPr bwMode="auto">
            <a:xfrm>
              <a:off x="3124200" y="4343400"/>
              <a:ext cx="2819400" cy="533400"/>
            </a:xfrm>
            <a:custGeom>
              <a:avLst/>
              <a:gdLst>
                <a:gd name="T0" fmla="*/ 0 w 1776"/>
                <a:gd name="T1" fmla="*/ 2147483647 h 384"/>
                <a:gd name="T2" fmla="*/ 2147483647 w 1776"/>
                <a:gd name="T3" fmla="*/ 2147483647 h 384"/>
                <a:gd name="T4" fmla="*/ 2147483647 w 1776"/>
                <a:gd name="T5" fmla="*/ 2147483647 h 384"/>
                <a:gd name="T6" fmla="*/ 2147483647 w 1776"/>
                <a:gd name="T7" fmla="*/ 2147483647 h 384"/>
                <a:gd name="T8" fmla="*/ 2147483647 w 1776"/>
                <a:gd name="T9" fmla="*/ 2147483647 h 384"/>
                <a:gd name="T10" fmla="*/ 2147483647 w 1776"/>
                <a:gd name="T11" fmla="*/ 2147483647 h 384"/>
                <a:gd name="T12" fmla="*/ 0 60000 65536"/>
                <a:gd name="T13" fmla="*/ 0 60000 65536"/>
                <a:gd name="T14" fmla="*/ 0 60000 65536"/>
                <a:gd name="T15" fmla="*/ 0 60000 65536"/>
                <a:gd name="T16" fmla="*/ 0 60000 65536"/>
                <a:gd name="T17" fmla="*/ 0 60000 65536"/>
                <a:gd name="T18" fmla="*/ 0 w 1776"/>
                <a:gd name="T19" fmla="*/ 0 h 384"/>
                <a:gd name="T20" fmla="*/ 1776 w 1776"/>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1776" h="384">
                  <a:moveTo>
                    <a:pt x="0" y="336"/>
                  </a:moveTo>
                  <a:cubicBezTo>
                    <a:pt x="128" y="336"/>
                    <a:pt x="256" y="336"/>
                    <a:pt x="336" y="288"/>
                  </a:cubicBezTo>
                  <a:cubicBezTo>
                    <a:pt x="416" y="240"/>
                    <a:pt x="296" y="88"/>
                    <a:pt x="480" y="48"/>
                  </a:cubicBezTo>
                  <a:cubicBezTo>
                    <a:pt x="664" y="8"/>
                    <a:pt x="1240" y="0"/>
                    <a:pt x="1440" y="48"/>
                  </a:cubicBezTo>
                  <a:cubicBezTo>
                    <a:pt x="1640" y="96"/>
                    <a:pt x="1624" y="288"/>
                    <a:pt x="1680" y="336"/>
                  </a:cubicBezTo>
                  <a:cubicBezTo>
                    <a:pt x="1736" y="384"/>
                    <a:pt x="1756" y="360"/>
                    <a:pt x="1776" y="336"/>
                  </a:cubicBezTo>
                </a:path>
              </a:pathLst>
            </a:custGeom>
            <a:noFill/>
            <a:ln w="28575">
              <a:solidFill>
                <a:schemeClr val="tx1"/>
              </a:solidFill>
              <a:round/>
              <a:headEnd type="oval" w="med" len="med"/>
              <a:tailEnd type="triangle" w="med" len="med"/>
            </a:ln>
          </p:spPr>
          <p:txBody>
            <a:bodyPr/>
            <a:lstStyle/>
            <a:p>
              <a:endParaRPr lang="en-US"/>
            </a:p>
          </p:txBody>
        </p:sp>
        <p:sp>
          <p:nvSpPr>
            <p:cNvPr id="47116" name="Line 14"/>
            <p:cNvSpPr>
              <a:spLocks noChangeShapeType="1"/>
            </p:cNvSpPr>
            <p:nvPr/>
          </p:nvSpPr>
          <p:spPr bwMode="auto">
            <a:xfrm>
              <a:off x="4267200" y="5410200"/>
              <a:ext cx="0" cy="609600"/>
            </a:xfrm>
            <a:prstGeom prst="line">
              <a:avLst/>
            </a:prstGeom>
            <a:noFill/>
            <a:ln w="28575">
              <a:solidFill>
                <a:srgbClr val="FF0000"/>
              </a:solidFill>
              <a:round/>
              <a:headEnd type="triangle" w="med" len="med"/>
              <a:tailEnd/>
            </a:ln>
          </p:spPr>
          <p:txBody>
            <a:bodyPr/>
            <a:lstStyle/>
            <a:p>
              <a:endParaRPr lang="en-US"/>
            </a:p>
          </p:txBody>
        </p:sp>
        <p:sp>
          <p:nvSpPr>
            <p:cNvPr id="47117" name="Text Box 15"/>
            <p:cNvSpPr txBox="1">
              <a:spLocks noChangeArrowheads="1"/>
            </p:cNvSpPr>
            <p:nvPr/>
          </p:nvSpPr>
          <p:spPr bwMode="auto">
            <a:xfrm>
              <a:off x="3657600" y="5943600"/>
              <a:ext cx="2133600" cy="457200"/>
            </a:xfrm>
            <a:prstGeom prst="rect">
              <a:avLst/>
            </a:prstGeom>
            <a:noFill/>
            <a:ln w="9525">
              <a:noFill/>
              <a:miter lim="800000"/>
              <a:headEnd/>
              <a:tailEnd/>
            </a:ln>
          </p:spPr>
          <p:txBody>
            <a:bodyPr>
              <a:spAutoFit/>
            </a:bodyPr>
            <a:lstStyle/>
            <a:p>
              <a:pPr>
                <a:spcBef>
                  <a:spcPct val="50000"/>
                </a:spcBef>
              </a:pPr>
              <a:r>
                <a:rPr lang="en-US" sz="2400">
                  <a:solidFill>
                    <a:srgbClr val="FF0000"/>
                  </a:solidFill>
                  <a:latin typeface="Times New Roman" pitchFamily="18" charset="0"/>
                </a:rPr>
                <a:t>To be deleted</a:t>
              </a:r>
            </a:p>
          </p:txBody>
        </p:sp>
        <p:sp>
          <p:nvSpPr>
            <p:cNvPr id="47118" name="Line 6"/>
            <p:cNvSpPr>
              <a:spLocks noChangeShapeType="1"/>
            </p:cNvSpPr>
            <p:nvPr/>
          </p:nvSpPr>
          <p:spPr bwMode="auto">
            <a:xfrm>
              <a:off x="1219200" y="4876800"/>
              <a:ext cx="914400" cy="0"/>
            </a:xfrm>
            <a:prstGeom prst="line">
              <a:avLst/>
            </a:prstGeom>
            <a:noFill/>
            <a:ln w="28575">
              <a:solidFill>
                <a:schemeClr val="tx1"/>
              </a:solidFill>
              <a:round/>
              <a:headEnd type="oval" w="med" len="med"/>
              <a:tailEnd type="triangle" w="med" len="med"/>
            </a:ln>
          </p:spPr>
          <p:txBody>
            <a:bodyPr/>
            <a:lstStyle/>
            <a:p>
              <a:endParaRPr lang="en-US"/>
            </a:p>
          </p:txBody>
        </p:sp>
      </p:grpSp>
      <p:sp>
        <p:nvSpPr>
          <p:cNvPr id="4" name="Slide Number Placeholder 3"/>
          <p:cNvSpPr>
            <a:spLocks noGrp="1"/>
          </p:cNvSpPr>
          <p:nvPr>
            <p:ph type="sldNum" sz="quarter" idx="12"/>
          </p:nvPr>
        </p:nvSpPr>
        <p:spPr/>
        <p:txBody>
          <a:bodyPr/>
          <a:lstStyle/>
          <a:p>
            <a:pPr>
              <a:defRPr/>
            </a:pPr>
            <a:fld id="{F206E293-3041-4EAF-A5CB-913450749A02}"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p:cNvSpPr>
            <a:spLocks noGrp="1"/>
          </p:cNvSpPr>
          <p:nvPr>
            <p:ph idx="1"/>
          </p:nvPr>
        </p:nvSpPr>
        <p:spPr>
          <a:xfrm>
            <a:off x="228600" y="76200"/>
            <a:ext cx="8610600" cy="6629400"/>
          </a:xfrm>
        </p:spPr>
        <p:txBody>
          <a:bodyPr/>
          <a:lstStyle/>
          <a:p>
            <a:pPr>
              <a:spcBef>
                <a:spcPct val="0"/>
              </a:spcBef>
              <a:buFont typeface="Arial" pitchFamily="34" charset="0"/>
              <a:buNone/>
            </a:pPr>
            <a:r>
              <a:rPr lang="en-US" sz="2500" dirty="0">
                <a:latin typeface="Maiandra GD" pitchFamily="34" charset="0"/>
                <a:cs typeface="Courier New" pitchFamily="49" charset="0"/>
              </a:rPr>
              <a:t>void del(</a:t>
            </a:r>
            <a:r>
              <a:rPr lang="en-US" sz="2500" dirty="0" err="1">
                <a:latin typeface="Maiandra GD" pitchFamily="34" charset="0"/>
                <a:cs typeface="Courier New" pitchFamily="49" charset="0"/>
              </a:rPr>
              <a:t>int</a:t>
            </a:r>
            <a:r>
              <a:rPr lang="en-US" sz="2500" dirty="0">
                <a:latin typeface="Maiandra GD" pitchFamily="34" charset="0"/>
                <a:cs typeface="Courier New" pitchFamily="49" charset="0"/>
              </a:rPr>
              <a:t> c)</a:t>
            </a:r>
          </a:p>
          <a:p>
            <a:pPr>
              <a:spcBef>
                <a:spcPct val="0"/>
              </a:spcBef>
              <a:buFont typeface="Arial" pitchFamily="34" charset="0"/>
              <a:buNone/>
            </a:pPr>
            <a:r>
              <a:rPr lang="en-US" sz="2500" dirty="0">
                <a:latin typeface="Maiandra GD" pitchFamily="34" charset="0"/>
                <a:cs typeface="Courier New" pitchFamily="49" charset="0"/>
              </a:rPr>
              <a:t>{</a:t>
            </a:r>
          </a:p>
          <a:p>
            <a:pPr>
              <a:spcBef>
                <a:spcPct val="0"/>
              </a:spcBef>
              <a:buFont typeface="Arial" pitchFamily="34" charset="0"/>
              <a:buNone/>
            </a:pPr>
            <a:r>
              <a:rPr lang="en-US" sz="2500" dirty="0">
                <a:latin typeface="Maiandra GD" pitchFamily="34" charset="0"/>
                <a:cs typeface="Courier New" pitchFamily="49" charset="0"/>
              </a:rPr>
              <a:t>   node *q=start;</a:t>
            </a:r>
          </a:p>
          <a:p>
            <a:pPr>
              <a:spcBef>
                <a:spcPct val="0"/>
              </a:spcBef>
              <a:buFont typeface="Arial" pitchFamily="34" charset="0"/>
              <a:buNone/>
            </a:pPr>
            <a:r>
              <a:rPr lang="en-US" sz="2500" dirty="0">
                <a:latin typeface="Maiandra GD" pitchFamily="34" charset="0"/>
                <a:cs typeface="Courier New" pitchFamily="49" charset="0"/>
              </a:rPr>
              <a:t>   for(</a:t>
            </a:r>
            <a:r>
              <a:rPr lang="en-US" sz="2500" dirty="0" err="1">
                <a:latin typeface="Maiandra GD" pitchFamily="34" charset="0"/>
                <a:cs typeface="Courier New" pitchFamily="49" charset="0"/>
              </a:rPr>
              <a:t>int</a:t>
            </a:r>
            <a:r>
              <a:rPr lang="en-US" sz="2500" dirty="0">
                <a:latin typeface="Maiandra GD" pitchFamily="34" charset="0"/>
                <a:cs typeface="Courier New" pitchFamily="49" charset="0"/>
              </a:rPr>
              <a:t> </a:t>
            </a:r>
            <a:r>
              <a:rPr lang="en-US" sz="2500" dirty="0" err="1">
                <a:latin typeface="Maiandra GD" pitchFamily="34" charset="0"/>
                <a:cs typeface="Courier New" pitchFamily="49" charset="0"/>
              </a:rPr>
              <a:t>i</a:t>
            </a:r>
            <a:r>
              <a:rPr lang="en-US" sz="2500" dirty="0">
                <a:latin typeface="Maiandra GD" pitchFamily="34" charset="0"/>
                <a:cs typeface="Courier New" pitchFamily="49" charset="0"/>
              </a:rPr>
              <a:t>=1;i&lt;c-1; </a:t>
            </a:r>
            <a:r>
              <a:rPr lang="en-US" sz="2500" dirty="0" err="1">
                <a:latin typeface="Maiandra GD" pitchFamily="34" charset="0"/>
                <a:cs typeface="Courier New" pitchFamily="49" charset="0"/>
              </a:rPr>
              <a:t>i</a:t>
            </a:r>
            <a:r>
              <a:rPr lang="en-US" sz="2500" dirty="0">
                <a:latin typeface="Maiandra GD" pitchFamily="34" charset="0"/>
                <a:cs typeface="Courier New" pitchFamily="49" charset="0"/>
              </a:rPr>
              <a:t>++)</a:t>
            </a:r>
          </a:p>
          <a:p>
            <a:pPr>
              <a:spcBef>
                <a:spcPct val="0"/>
              </a:spcBef>
              <a:buFont typeface="Arial" pitchFamily="34" charset="0"/>
              <a:buNone/>
            </a:pPr>
            <a:r>
              <a:rPr lang="en-US" sz="2500" dirty="0">
                <a:latin typeface="Maiandra GD" pitchFamily="34" charset="0"/>
                <a:cs typeface="Courier New" pitchFamily="49" charset="0"/>
              </a:rPr>
              <a:t>    {</a:t>
            </a:r>
          </a:p>
          <a:p>
            <a:pPr>
              <a:spcBef>
                <a:spcPct val="0"/>
              </a:spcBef>
              <a:buFont typeface="Arial" pitchFamily="34" charset="0"/>
              <a:buNone/>
            </a:pPr>
            <a:r>
              <a:rPr lang="en-US" sz="2500" dirty="0">
                <a:latin typeface="Maiandra GD" pitchFamily="34" charset="0"/>
                <a:cs typeface="Courier New" pitchFamily="49" charset="0"/>
              </a:rPr>
              <a:t>        q=q-&gt;next;</a:t>
            </a:r>
          </a:p>
          <a:p>
            <a:pPr>
              <a:spcBef>
                <a:spcPct val="0"/>
              </a:spcBef>
              <a:buFont typeface="Arial" pitchFamily="34" charset="0"/>
              <a:buNone/>
            </a:pPr>
            <a:r>
              <a:rPr lang="en-US" sz="2500" dirty="0">
                <a:latin typeface="Maiandra GD" pitchFamily="34" charset="0"/>
                <a:cs typeface="Courier New" pitchFamily="49" charset="0"/>
              </a:rPr>
              <a:t>        if(q==NULL)</a:t>
            </a:r>
          </a:p>
          <a:p>
            <a:pPr>
              <a:spcBef>
                <a:spcPct val="0"/>
              </a:spcBef>
              <a:buFont typeface="Arial" pitchFamily="34" charset="0"/>
              <a:buNone/>
            </a:pPr>
            <a:r>
              <a:rPr lang="en-US" sz="2500" dirty="0">
                <a:latin typeface="Maiandra GD" pitchFamily="34" charset="0"/>
                <a:cs typeface="Courier New" pitchFamily="49" charset="0"/>
              </a:rPr>
              <a:t>        </a:t>
            </a:r>
            <a:r>
              <a:rPr lang="en-US" sz="2500" dirty="0" err="1">
                <a:latin typeface="Maiandra GD" pitchFamily="34" charset="0"/>
                <a:cs typeface="Courier New" pitchFamily="49" charset="0"/>
              </a:rPr>
              <a:t>cout</a:t>
            </a:r>
            <a:r>
              <a:rPr lang="en-US" sz="2500" dirty="0">
                <a:latin typeface="Maiandra GD" pitchFamily="34" charset="0"/>
                <a:cs typeface="Courier New" pitchFamily="49" charset="0"/>
              </a:rPr>
              <a:t>&lt;&lt;”\n Node not found\n”;        </a:t>
            </a:r>
          </a:p>
          <a:p>
            <a:pPr>
              <a:spcBef>
                <a:spcPct val="0"/>
              </a:spcBef>
              <a:buFont typeface="Arial" pitchFamily="34" charset="0"/>
              <a:buNone/>
            </a:pPr>
            <a:r>
              <a:rPr lang="en-US" sz="2500" dirty="0">
                <a:latin typeface="Maiandra GD" pitchFamily="34" charset="0"/>
                <a:cs typeface="Courier New" pitchFamily="49" charset="0"/>
              </a:rPr>
              <a:t>    }</a:t>
            </a:r>
          </a:p>
          <a:p>
            <a:pPr>
              <a:spcBef>
                <a:spcPct val="0"/>
              </a:spcBef>
              <a:buFont typeface="Arial" pitchFamily="34" charset="0"/>
              <a:buNone/>
            </a:pPr>
            <a:r>
              <a:rPr lang="en-US" sz="2500" dirty="0">
                <a:latin typeface="Maiandra GD" pitchFamily="34" charset="0"/>
                <a:cs typeface="Courier New" pitchFamily="49" charset="0"/>
              </a:rPr>
              <a:t>    if(</a:t>
            </a:r>
            <a:r>
              <a:rPr lang="en-US" sz="2500" dirty="0" err="1">
                <a:latin typeface="Maiandra GD" pitchFamily="34" charset="0"/>
                <a:cs typeface="Courier New" pitchFamily="49" charset="0"/>
              </a:rPr>
              <a:t>i</a:t>
            </a:r>
            <a:r>
              <a:rPr lang="en-US" sz="2500" dirty="0">
                <a:latin typeface="Maiandra GD" pitchFamily="34" charset="0"/>
                <a:cs typeface="Courier New" pitchFamily="49" charset="0"/>
              </a:rPr>
              <a:t>==c-1)</a:t>
            </a:r>
          </a:p>
          <a:p>
            <a:pPr>
              <a:spcBef>
                <a:spcPct val="0"/>
              </a:spcBef>
              <a:buFont typeface="Arial" pitchFamily="34" charset="0"/>
              <a:buNone/>
            </a:pPr>
            <a:r>
              <a:rPr lang="en-US" sz="2500" dirty="0">
                <a:latin typeface="Maiandra GD" pitchFamily="34" charset="0"/>
                <a:cs typeface="Courier New" pitchFamily="49" charset="0"/>
              </a:rPr>
              <a:t>    {</a:t>
            </a:r>
          </a:p>
          <a:p>
            <a:pPr>
              <a:spcBef>
                <a:spcPct val="0"/>
              </a:spcBef>
              <a:buFont typeface="Arial" pitchFamily="34" charset="0"/>
              <a:buNone/>
            </a:pPr>
            <a:r>
              <a:rPr lang="en-US" sz="2500" dirty="0">
                <a:latin typeface="Maiandra GD" pitchFamily="34" charset="0"/>
                <a:cs typeface="Courier New" pitchFamily="49" charset="0"/>
              </a:rPr>
              <a:t>       node *p=q-&gt;next; //node to be deleted                       </a:t>
            </a:r>
          </a:p>
          <a:p>
            <a:pPr>
              <a:spcBef>
                <a:spcPct val="0"/>
              </a:spcBef>
              <a:buFont typeface="Arial" pitchFamily="34" charset="0"/>
              <a:buNone/>
            </a:pPr>
            <a:r>
              <a:rPr lang="en-US" sz="2500" dirty="0">
                <a:latin typeface="Maiandra GD" pitchFamily="34" charset="0"/>
                <a:cs typeface="Courier New" pitchFamily="49" charset="0"/>
              </a:rPr>
              <a:t>       q-&gt;next=p-&gt;next;//disconnecting the node p</a:t>
            </a:r>
          </a:p>
          <a:p>
            <a:pPr>
              <a:spcBef>
                <a:spcPct val="0"/>
              </a:spcBef>
              <a:buFont typeface="Arial" pitchFamily="34" charset="0"/>
              <a:buNone/>
            </a:pPr>
            <a:r>
              <a:rPr lang="en-US" sz="2500" dirty="0">
                <a:latin typeface="Maiandra GD" pitchFamily="34" charset="0"/>
                <a:cs typeface="Courier New" pitchFamily="49" charset="0"/>
              </a:rPr>
              <a:t>       delete p;</a:t>
            </a:r>
          </a:p>
          <a:p>
            <a:pPr>
              <a:spcBef>
                <a:spcPct val="0"/>
              </a:spcBef>
              <a:buFont typeface="Arial" pitchFamily="34" charset="0"/>
              <a:buNone/>
            </a:pPr>
            <a:r>
              <a:rPr lang="en-US" sz="2500" dirty="0">
                <a:latin typeface="Maiandra GD" pitchFamily="34" charset="0"/>
                <a:cs typeface="Courier New" pitchFamily="49" charset="0"/>
              </a:rPr>
              <a:t>       </a:t>
            </a:r>
            <a:r>
              <a:rPr lang="en-US" sz="2500" dirty="0" err="1">
                <a:latin typeface="Maiandra GD" pitchFamily="34" charset="0"/>
                <a:cs typeface="Courier New" pitchFamily="49" charset="0"/>
              </a:rPr>
              <a:t>cout</a:t>
            </a:r>
            <a:r>
              <a:rPr lang="en-US" sz="2500" dirty="0">
                <a:latin typeface="Maiandra GD" pitchFamily="34" charset="0"/>
                <a:cs typeface="Courier New" pitchFamily="49" charset="0"/>
              </a:rPr>
              <a:t>&lt;&lt;“Deleted Successfully”;</a:t>
            </a:r>
          </a:p>
          <a:p>
            <a:pPr>
              <a:spcBef>
                <a:spcPct val="0"/>
              </a:spcBef>
              <a:buFont typeface="Arial" pitchFamily="34" charset="0"/>
              <a:buNone/>
            </a:pPr>
            <a:r>
              <a:rPr lang="en-US" sz="2500" dirty="0">
                <a:latin typeface="Maiandra GD" pitchFamily="34" charset="0"/>
                <a:cs typeface="Courier New" pitchFamily="49" charset="0"/>
              </a:rPr>
              <a:t>    }</a:t>
            </a:r>
          </a:p>
          <a:p>
            <a:pPr>
              <a:spcBef>
                <a:spcPct val="0"/>
              </a:spcBef>
              <a:buFont typeface="Arial" pitchFamily="34" charset="0"/>
              <a:buNone/>
            </a:pPr>
            <a:r>
              <a:rPr lang="en-US" sz="2500" dirty="0">
                <a:latin typeface="Maiandra GD" pitchFamily="34" charset="0"/>
                <a:cs typeface="Courier New" pitchFamily="49" charset="0"/>
              </a:rPr>
              <a:t>}</a:t>
            </a:r>
          </a:p>
          <a:p>
            <a:pPr>
              <a:spcBef>
                <a:spcPct val="0"/>
              </a:spcBef>
              <a:buFont typeface="Arial" pitchFamily="34" charset="0"/>
              <a:buNone/>
            </a:pPr>
            <a:r>
              <a:rPr lang="en-US" sz="2500" dirty="0">
                <a:latin typeface="Maiandra GD" pitchFamily="34" charset="0"/>
              </a:rPr>
              <a:t> </a:t>
            </a:r>
          </a:p>
        </p:txBody>
      </p:sp>
      <p:sp>
        <p:nvSpPr>
          <p:cNvPr id="2" name="Slide Number Placeholder 1"/>
          <p:cNvSpPr>
            <a:spLocks noGrp="1"/>
          </p:cNvSpPr>
          <p:nvPr>
            <p:ph type="sldNum" sz="quarter" idx="12"/>
          </p:nvPr>
        </p:nvSpPr>
        <p:spPr/>
        <p:txBody>
          <a:bodyPr/>
          <a:lstStyle/>
          <a:p>
            <a:pPr>
              <a:defRPr/>
            </a:pPr>
            <a:fld id="{7349F8E3-67D3-44D5-ADF5-ADCE0D9CAA3B}"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666750"/>
          </a:xfrm>
        </p:spPr>
        <p:txBody>
          <a:bodyPr>
            <a:normAutofit fontScale="90000"/>
          </a:bodyPr>
          <a:lstStyle/>
          <a:p>
            <a:pPr>
              <a:defRPr/>
            </a:pPr>
            <a:r>
              <a:rPr lang="en-US" sz="4000" b="1" dirty="0">
                <a:latin typeface="Maiandra GD" pitchFamily="34" charset="0"/>
              </a:rPr>
              <a:t>            Arrays Vs Linked Lists</a:t>
            </a:r>
          </a:p>
        </p:txBody>
      </p:sp>
      <p:graphicFrame>
        <p:nvGraphicFramePr>
          <p:cNvPr id="13" name="Group 82"/>
          <p:cNvGraphicFramePr>
            <a:graphicFrameLocks noGrp="1"/>
          </p:cNvGraphicFramePr>
          <p:nvPr>
            <p:extLst>
              <p:ext uri="{D42A27DB-BD31-4B8C-83A1-F6EECF244321}">
                <p14:modId xmlns:p14="http://schemas.microsoft.com/office/powerpoint/2010/main" val="1207031733"/>
              </p:ext>
            </p:extLst>
          </p:nvPr>
        </p:nvGraphicFramePr>
        <p:xfrm>
          <a:off x="228600" y="838200"/>
          <a:ext cx="8763000" cy="5475242"/>
        </p:xfrm>
        <a:graphic>
          <a:graphicData uri="http://schemas.openxmlformats.org/drawingml/2006/table">
            <a:tbl>
              <a:tblPr/>
              <a:tblGrid>
                <a:gridCol w="4382326">
                  <a:extLst>
                    <a:ext uri="{9D8B030D-6E8A-4147-A177-3AD203B41FA5}">
                      <a16:colId xmlns:a16="http://schemas.microsoft.com/office/drawing/2014/main" val="20000"/>
                    </a:ext>
                  </a:extLst>
                </a:gridCol>
                <a:gridCol w="4380674">
                  <a:extLst>
                    <a:ext uri="{9D8B030D-6E8A-4147-A177-3AD203B41FA5}">
                      <a16:colId xmlns:a16="http://schemas.microsoft.com/office/drawing/2014/main" val="20001"/>
                    </a:ext>
                  </a:extLst>
                </a:gridCol>
              </a:tblGrid>
              <a:tr h="61082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Maiandra GD" pitchFamily="34" charset="0"/>
                          <a:cs typeface="Times New Roman" pitchFamily="18" charset="0"/>
                        </a:rPr>
                        <a:t>Arrays</a:t>
                      </a:r>
                      <a:endParaRPr kumimoji="0" lang="en-US" sz="2000" b="1" i="0" u="none" strike="noStrike" cap="none" normalizeH="0" baseline="0" dirty="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Maiandra GD" pitchFamily="34" charset="0"/>
                          <a:cs typeface="Times New Roman" pitchFamily="18" charset="0"/>
                        </a:rPr>
                        <a:t>Linked list</a:t>
                      </a:r>
                      <a:endParaRPr kumimoji="0" lang="en-US" sz="2000" b="1" i="0" u="none" strike="noStrike" cap="none" normalizeH="0" baseline="0" dirty="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45597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Fixed size:  Resizing is expensive</a:t>
                      </a:r>
                      <a:endParaRPr kumimoji="0" lang="en-US" sz="2000" b="0" i="0" u="none" strike="noStrike" cap="none" normalizeH="0" baseline="0" dirty="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Dynamic size</a:t>
                      </a:r>
                      <a:endParaRPr kumimoji="0" lang="en-US" sz="2000" b="0" i="0" u="none" strike="noStrike" cap="none" normalizeH="0" baseline="0" dirty="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8965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Insertions and Deletions of first element are inefficient: Elements are usually shifted</a:t>
                      </a:r>
                      <a:endParaRPr kumimoji="0" lang="en-US" sz="2000" b="0" i="0" u="none" strike="noStrike" cap="none" normalizeH="0" baseline="0" dirty="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Insertions and Deletions are efficient: No shifting</a:t>
                      </a:r>
                      <a:endParaRPr kumimoji="0" lang="en-US" sz="2000" b="0" i="0" u="none" strike="noStrike" cap="none" normalizeH="0" baseline="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12558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Random access i.e., efficient indexing</a:t>
                      </a:r>
                      <a:endParaRPr kumimoji="0" lang="en-US" sz="2000" b="0" i="0" u="none" strike="noStrike" cap="none" normalizeH="0" baseline="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No random access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sym typeface="Wingdings" pitchFamily="2" charset="2"/>
                        </a:rPr>
                        <a:t></a:t>
                      </a:r>
                      <a:r>
                        <a:rPr kumimoji="0" lang="en-US" sz="2000" b="0" i="0" u="none" strike="noStrike" cap="none" normalizeH="0" baseline="0" dirty="0">
                          <a:ln>
                            <a:noFill/>
                          </a:ln>
                          <a:solidFill>
                            <a:schemeClr val="tx1"/>
                          </a:solidFill>
                          <a:effectLst/>
                          <a:latin typeface="Maiandra GD" pitchFamily="34" charset="0"/>
                          <a:cs typeface="Times New Roman" pitchFamily="18" charset="0"/>
                        </a:rPr>
                        <a:t> Not suitable for operations requiring </a:t>
                      </a:r>
                      <a:r>
                        <a:rPr kumimoji="0" lang="en-US" sz="2000" b="0" i="0" u="none" strike="noStrike" cap="none" normalizeH="0" baseline="0" dirty="0">
                          <a:ln>
                            <a:noFill/>
                          </a:ln>
                          <a:solidFill>
                            <a:schemeClr val="tx1"/>
                          </a:solidFill>
                          <a:effectLst/>
                          <a:latin typeface="Maiandra GD" pitchFamily="34" charset="0"/>
                          <a:cs typeface="Times New Roman" pitchFamily="18" charset="0"/>
                          <a:sym typeface="Wingdings" pitchFamily="2" charset="2"/>
                        </a:rPr>
                        <a:t>accessing elements by index such as sorting</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3"/>
                  </a:ext>
                </a:extLst>
              </a:tr>
              <a:tr h="107964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No memory waste if the array is full or almost full; otherwise may result in much memory waste.</a:t>
                      </a:r>
                      <a:endParaRPr kumimoji="0" lang="en-US" sz="2000" b="0" i="0" u="none" strike="noStrike" cap="none" normalizeH="0" baseline="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Since memory is allocated dynamically(acc. to our need) there is no waste of memory.</a:t>
                      </a:r>
                      <a:endParaRPr kumimoji="0" lang="en-US" sz="2000" b="0" i="0" u="none" strike="noStrike" cap="none" normalizeH="0" baseline="0" dirty="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4"/>
                  </a:ext>
                </a:extLst>
              </a:tr>
              <a:tr h="89656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Sequential access is faster  [Reason: Elements in contiguous memory locations]</a:t>
                      </a:r>
                      <a:endParaRPr kumimoji="0" lang="en-US" sz="2000" b="0" i="0" u="none" strike="noStrike" cap="none" normalizeH="0" baseline="0" dirty="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Sequential access is slow [Reason: Elements not in contiguous memory locations]</a:t>
                      </a:r>
                      <a:endParaRPr kumimoji="0" lang="en-US" sz="2000" b="0" i="0" u="none" strike="noStrike" cap="none" normalizeH="0" baseline="0" dirty="0">
                        <a:ln>
                          <a:noFill/>
                        </a:ln>
                        <a:solidFill>
                          <a:schemeClr val="tx1"/>
                        </a:solidFill>
                        <a:effectLst/>
                        <a:latin typeface="Maiandra GD" pitchFamily="34"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5"/>
                  </a:ext>
                </a:extLst>
              </a:tr>
            </a:tbl>
          </a:graphicData>
        </a:graphic>
      </p:graphicFrame>
      <p:sp>
        <p:nvSpPr>
          <p:cNvPr id="3" name="Slide Number Placeholder 2"/>
          <p:cNvSpPr>
            <a:spLocks noGrp="1"/>
          </p:cNvSpPr>
          <p:nvPr>
            <p:ph type="sldNum" sz="quarter" idx="12"/>
          </p:nvPr>
        </p:nvSpPr>
        <p:spPr/>
        <p:txBody>
          <a:bodyPr/>
          <a:lstStyle/>
          <a:p>
            <a:pPr>
              <a:defRPr/>
            </a:pPr>
            <a:fld id="{1BCF39E0-70D9-4397-8FB2-F0A328236F7A}"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52"/>
          <p:cNvGraphicFramePr>
            <a:graphicFrameLocks noGrp="1"/>
          </p:cNvGraphicFramePr>
          <p:nvPr/>
        </p:nvGraphicFramePr>
        <p:xfrm>
          <a:off x="152400" y="1066800"/>
          <a:ext cx="8915400" cy="5719200"/>
        </p:xfrm>
        <a:graphic>
          <a:graphicData uri="http://schemas.openxmlformats.org/drawingml/2006/table">
            <a:tbl>
              <a:tblPr/>
              <a:tblGrid>
                <a:gridCol w="2718598">
                  <a:extLst>
                    <a:ext uri="{9D8B030D-6E8A-4147-A177-3AD203B41FA5}">
                      <a16:colId xmlns:a16="http://schemas.microsoft.com/office/drawing/2014/main" val="20000"/>
                    </a:ext>
                  </a:extLst>
                </a:gridCol>
                <a:gridCol w="2767802">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025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Maiandra GD" pitchFamily="34" charset="0"/>
                          <a:cs typeface="Times New Roman" pitchFamily="18" charset="0"/>
                        </a:rPr>
                        <a:t>Operation</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Maiandra GD" pitchFamily="34" charset="0"/>
                          <a:cs typeface="Times New Roman" pitchFamily="18" charset="0"/>
                        </a:rPr>
                        <a:t>ID-Array Complexity</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Maiandra GD" pitchFamily="34" charset="0"/>
                          <a:cs typeface="Times New Roman" pitchFamily="18" charset="0"/>
                        </a:rPr>
                        <a:t>Singly-linked list Complexity</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39454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Insert at beginning</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O(n)</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O(1)</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5300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Insert at end</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O(1)</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O(1) if the list has </a:t>
                      </a:r>
                      <a:r>
                        <a:rPr kumimoji="0" lang="en-US" sz="2000" b="1" i="0" u="none" strike="noStrike" cap="none" normalizeH="0" baseline="0" dirty="0">
                          <a:ln>
                            <a:noFill/>
                          </a:ln>
                          <a:solidFill>
                            <a:schemeClr val="tx1"/>
                          </a:solidFill>
                          <a:effectLst/>
                          <a:latin typeface="Maiandra GD" pitchFamily="34" charset="0"/>
                          <a:cs typeface="Times New Roman" pitchFamily="18" charset="0"/>
                        </a:rPr>
                        <a:t>tail</a:t>
                      </a:r>
                      <a:r>
                        <a:rPr kumimoji="0" lang="en-US" sz="2000" b="0" i="0" u="none" strike="noStrike" cap="none" normalizeH="0" baseline="0" dirty="0">
                          <a:ln>
                            <a:noFill/>
                          </a:ln>
                          <a:solidFill>
                            <a:schemeClr val="tx1"/>
                          </a:solidFill>
                          <a:effectLst/>
                          <a:latin typeface="Maiandra GD" pitchFamily="34" charset="0"/>
                          <a:cs typeface="Times New Roman" pitchFamily="18" charset="0"/>
                        </a:rPr>
                        <a:t> reference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O(n) if the list has no </a:t>
                      </a:r>
                      <a:r>
                        <a:rPr kumimoji="0" lang="en-US" sz="2000" b="1" i="0" u="none" strike="noStrike" cap="none" normalizeH="0" baseline="0" dirty="0">
                          <a:ln>
                            <a:noFill/>
                          </a:ln>
                          <a:solidFill>
                            <a:schemeClr val="tx1"/>
                          </a:solidFill>
                          <a:effectLst/>
                          <a:latin typeface="Maiandra GD" pitchFamily="34" charset="0"/>
                          <a:cs typeface="Times New Roman" pitchFamily="18" charset="0"/>
                        </a:rPr>
                        <a:t>tail</a:t>
                      </a:r>
                      <a:r>
                        <a:rPr kumimoji="0" lang="en-US" sz="2000" b="0" i="0" u="none" strike="noStrike" cap="none" normalizeH="0" baseline="0" dirty="0">
                          <a:ln>
                            <a:noFill/>
                          </a:ln>
                          <a:solidFill>
                            <a:schemeClr val="tx1"/>
                          </a:solidFill>
                          <a:effectLst/>
                          <a:latin typeface="Maiandra GD" pitchFamily="34" charset="0"/>
                          <a:cs typeface="Times New Roman" pitchFamily="18" charset="0"/>
                        </a:rPr>
                        <a:t> reference</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025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Insert at middle</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O(n)</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O(n)</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4487">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Delete at beginning</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O(n)</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O(1)</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4487">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Delete at end</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O(1)</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O(n)</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629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Delete at middle</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O(n):  O(1) access followed by O(n) shift</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O(n):  O(n) search, followed by O(1) delete</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7117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Search</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O(n) linear search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O(log n)  Binary search</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O(n)</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998097">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Indexing: What is the element at a given position  k?</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aiandra GD" pitchFamily="34" charset="0"/>
                          <a:cs typeface="Times New Roman" pitchFamily="18" charset="0"/>
                        </a:rPr>
                        <a:t>O(1)</a:t>
                      </a:r>
                      <a:endParaRPr kumimoji="0" lang="en-US" sz="2000" b="0" i="0" u="none" strike="noStrike" cap="none" normalizeH="0" baseline="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aiandra GD" pitchFamily="34" charset="0"/>
                          <a:cs typeface="Times New Roman" pitchFamily="18" charset="0"/>
                        </a:rPr>
                        <a:t>O(n)</a:t>
                      </a:r>
                      <a:endParaRPr kumimoji="0" lang="en-US" sz="2000" b="0" i="0" u="none" strike="noStrike" cap="none" normalizeH="0" baseline="0" dirty="0">
                        <a:ln>
                          <a:noFill/>
                        </a:ln>
                        <a:solidFill>
                          <a:schemeClr val="tx1"/>
                        </a:solidFill>
                        <a:effectLst/>
                        <a:latin typeface="Maiandra GD"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0220" name="TextBox 4"/>
          <p:cNvSpPr txBox="1">
            <a:spLocks noChangeArrowheads="1"/>
          </p:cNvSpPr>
          <p:nvPr/>
        </p:nvSpPr>
        <p:spPr bwMode="auto">
          <a:xfrm>
            <a:off x="381000" y="76200"/>
            <a:ext cx="8534400" cy="954088"/>
          </a:xfrm>
          <a:prstGeom prst="rect">
            <a:avLst/>
          </a:prstGeom>
          <a:noFill/>
          <a:ln w="9525">
            <a:noFill/>
            <a:miter lim="800000"/>
            <a:headEnd/>
            <a:tailEnd/>
          </a:ln>
        </p:spPr>
        <p:txBody>
          <a:bodyPr>
            <a:spAutoFit/>
          </a:bodyPr>
          <a:lstStyle/>
          <a:p>
            <a:pPr algn="ctr"/>
            <a:r>
              <a:rPr lang="en-US" sz="2800" b="1">
                <a:latin typeface="Maiandra GD" pitchFamily="34" charset="0"/>
              </a:rPr>
              <a:t>COMPLEXITY  OF  VARIOUS  OPERATIONS IN    ARRAYS  AND  SLL</a:t>
            </a:r>
          </a:p>
        </p:txBody>
      </p:sp>
      <p:sp>
        <p:nvSpPr>
          <p:cNvPr id="2" name="Slide Number Placeholder 1"/>
          <p:cNvSpPr>
            <a:spLocks noGrp="1"/>
          </p:cNvSpPr>
          <p:nvPr>
            <p:ph type="sldNum" sz="quarter" idx="12"/>
          </p:nvPr>
        </p:nvSpPr>
        <p:spPr/>
        <p:txBody>
          <a:bodyPr/>
          <a:lstStyle/>
          <a:p>
            <a:pPr>
              <a:defRPr/>
            </a:pPr>
            <a:fld id="{9591D405-5BA7-492F-94C3-9C79568102D3}" type="slidenum">
              <a:rPr lang="en-US" smtClean="0"/>
              <a:pPr>
                <a:defRPr/>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idx="1"/>
          </p:nvPr>
        </p:nvSpPr>
        <p:spPr>
          <a:xfrm>
            <a:off x="152400" y="152400"/>
            <a:ext cx="8763000" cy="6400800"/>
          </a:xfrm>
        </p:spPr>
        <p:txBody>
          <a:bodyPr/>
          <a:lstStyle/>
          <a:p>
            <a:pPr eaLnBrk="1" hangingPunct="1">
              <a:buFont typeface="Arial" pitchFamily="34" charset="0"/>
              <a:buNone/>
            </a:pPr>
            <a:r>
              <a:rPr lang="en-US" altLang="zh-CN" sz="2800" b="1">
                <a:latin typeface="Maiandra GD" pitchFamily="34" charset="0"/>
              </a:rPr>
              <a:t>Doubly linked lists</a:t>
            </a:r>
          </a:p>
          <a:p>
            <a:pPr marL="365125" lvl="1" eaLnBrk="1" hangingPunct="1">
              <a:buFontTx/>
              <a:buChar char="•"/>
            </a:pPr>
            <a:r>
              <a:rPr lang="en-US" altLang="zh-CN" sz="2600">
                <a:latin typeface="Maiandra GD" pitchFamily="34" charset="0"/>
              </a:rPr>
              <a:t>Each node points not only to Successor node (Next node), but also to Predecessor node (Previous node).</a:t>
            </a:r>
          </a:p>
          <a:p>
            <a:pPr marL="365125" lvl="1" eaLnBrk="1" hangingPunct="1">
              <a:buFontTx/>
              <a:buChar char="•"/>
            </a:pPr>
            <a:r>
              <a:rPr lang="en-US" altLang="zh-CN" sz="2600">
                <a:latin typeface="Maiandra GD" pitchFamily="34" charset="0"/>
              </a:rPr>
              <a:t>There are two </a:t>
            </a:r>
            <a:r>
              <a:rPr lang="en-US" altLang="zh-CN" sz="2600" b="1">
                <a:latin typeface="Maiandra GD" pitchFamily="34" charset="0"/>
                <a:ea typeface="Arial Unicode MS" pitchFamily="34" charset="-128"/>
                <a:cs typeface="Arial Unicode MS" pitchFamily="34" charset="-128"/>
              </a:rPr>
              <a:t>NULL</a:t>
            </a:r>
            <a:r>
              <a:rPr lang="en-US" altLang="zh-CN" sz="2600">
                <a:latin typeface="Maiandra GD" pitchFamily="34" charset="0"/>
                <a:ea typeface="Arial Unicode MS" pitchFamily="34" charset="-128"/>
                <a:cs typeface="Arial Unicode MS" pitchFamily="34" charset="-128"/>
              </a:rPr>
              <a:t>: </a:t>
            </a:r>
            <a:r>
              <a:rPr lang="en-US" altLang="zh-CN" sz="2600">
                <a:latin typeface="Maiandra GD" pitchFamily="34" charset="0"/>
              </a:rPr>
              <a:t>at the first and last nodes in the linked list.</a:t>
            </a:r>
          </a:p>
          <a:p>
            <a:pPr marL="365125" lvl="1" eaLnBrk="1" hangingPunct="1">
              <a:buFontTx/>
              <a:buChar char="•"/>
            </a:pPr>
            <a:r>
              <a:rPr lang="en-US" altLang="zh-CN" sz="2600" u="sng">
                <a:latin typeface="Maiandra GD" pitchFamily="34" charset="0"/>
              </a:rPr>
              <a:t>Advantage:</a:t>
            </a:r>
            <a:r>
              <a:rPr lang="en-US" altLang="zh-CN" sz="2600">
                <a:latin typeface="Maiandra GD" pitchFamily="34" charset="0"/>
              </a:rPr>
              <a:t> given a node, it is easy to visit its predecessor (previous) node. It is convenient to traverse linked lists Forwards and Backwards.</a:t>
            </a:r>
          </a:p>
          <a:p>
            <a:pPr marL="365125" lvl="1" eaLnBrk="1" hangingPunct="1">
              <a:buFontTx/>
              <a:buChar char="•"/>
            </a:pPr>
            <a:endParaRPr lang="en-US" sz="2600">
              <a:latin typeface="Maiandra GD" pitchFamily="34" charset="0"/>
              <a:ea typeface="SimSun" pitchFamily="2" charset="-122"/>
            </a:endParaRPr>
          </a:p>
          <a:p>
            <a:pPr marL="365125" lvl="1" eaLnBrk="1" hangingPunct="1">
              <a:buFontTx/>
              <a:buChar char="•"/>
            </a:pPr>
            <a:endParaRPr lang="en-US" sz="2600">
              <a:latin typeface="Maiandra GD" pitchFamily="34" charset="0"/>
              <a:ea typeface="SimSun" pitchFamily="2" charset="-122"/>
            </a:endParaRPr>
          </a:p>
          <a:p>
            <a:pPr marL="365125" lvl="1" eaLnBrk="1" hangingPunct="1">
              <a:buFontTx/>
              <a:buChar char="•"/>
            </a:pPr>
            <a:endParaRPr lang="en-US" sz="2600">
              <a:latin typeface="Maiandra GD" pitchFamily="34" charset="0"/>
              <a:ea typeface="SimSun" pitchFamily="2" charset="-122"/>
            </a:endParaRPr>
          </a:p>
          <a:p>
            <a:pPr marL="365125" lvl="1" eaLnBrk="1" hangingPunct="1">
              <a:buFontTx/>
              <a:buChar char="•"/>
            </a:pPr>
            <a:endParaRPr lang="en-US" sz="2600">
              <a:latin typeface="Maiandra GD" pitchFamily="34" charset="0"/>
              <a:ea typeface="SimSun" pitchFamily="2" charset="-122"/>
            </a:endParaRPr>
          </a:p>
          <a:p>
            <a:pPr marL="365125" lvl="1" eaLnBrk="1" hangingPunct="1">
              <a:buFontTx/>
              <a:buChar char="•"/>
            </a:pPr>
            <a:r>
              <a:rPr lang="en-US" sz="2600">
                <a:latin typeface="Maiandra GD" pitchFamily="34" charset="0"/>
                <a:ea typeface="SimSun" pitchFamily="2" charset="-122"/>
              </a:rPr>
              <a:t>It is not necessary to have start pointer, we can have any pointer(current) pointing to one of the node in the list</a:t>
            </a:r>
          </a:p>
        </p:txBody>
      </p:sp>
      <p:sp>
        <p:nvSpPr>
          <p:cNvPr id="29" name="Slide Number Placeholder 5"/>
          <p:cNvSpPr>
            <a:spLocks noGrp="1"/>
          </p:cNvSpPr>
          <p:nvPr>
            <p:ph type="sldNum" sz="quarter" idx="12"/>
          </p:nvPr>
        </p:nvSpPr>
        <p:spPr/>
        <p:txBody>
          <a:bodyPr/>
          <a:lstStyle/>
          <a:p>
            <a:pPr>
              <a:defRPr/>
            </a:pPr>
            <a:fld id="{A1F3D07E-42FA-4CF7-BB6F-DF8F338CF7AE}" type="slidenum">
              <a:rPr lang="en-US"/>
              <a:pPr>
                <a:defRPr/>
              </a:pPr>
              <a:t>49</a:t>
            </a:fld>
            <a:endParaRPr lang="en-US"/>
          </a:p>
        </p:txBody>
      </p:sp>
      <p:grpSp>
        <p:nvGrpSpPr>
          <p:cNvPr id="51204" name="Group 4"/>
          <p:cNvGrpSpPr>
            <a:grpSpLocks/>
          </p:cNvGrpSpPr>
          <p:nvPr/>
        </p:nvGrpSpPr>
        <p:grpSpPr bwMode="auto">
          <a:xfrm>
            <a:off x="1536700" y="3810000"/>
            <a:ext cx="6159500" cy="1600200"/>
            <a:chOff x="680" y="2784"/>
            <a:chExt cx="4264" cy="1501"/>
          </a:xfrm>
        </p:grpSpPr>
        <p:sp>
          <p:nvSpPr>
            <p:cNvPr id="51205" name="Rectangle 5"/>
            <p:cNvSpPr>
              <a:spLocks noChangeArrowheads="1"/>
            </p:cNvSpPr>
            <p:nvPr/>
          </p:nvSpPr>
          <p:spPr bwMode="auto">
            <a:xfrm>
              <a:off x="1457" y="2786"/>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51206" name="Line 6"/>
            <p:cNvSpPr>
              <a:spLocks noChangeShapeType="1"/>
            </p:cNvSpPr>
            <p:nvPr/>
          </p:nvSpPr>
          <p:spPr bwMode="auto">
            <a:xfrm flipV="1">
              <a:off x="1649" y="2940"/>
              <a:ext cx="576" cy="0"/>
            </a:xfrm>
            <a:prstGeom prst="line">
              <a:avLst/>
            </a:prstGeom>
            <a:noFill/>
            <a:ln w="28575">
              <a:solidFill>
                <a:schemeClr val="tx1"/>
              </a:solidFill>
              <a:round/>
              <a:headEnd type="oval" w="med" len="med"/>
              <a:tailEnd type="triangle" w="med" len="med"/>
            </a:ln>
          </p:spPr>
          <p:txBody>
            <a:bodyPr wrap="none"/>
            <a:lstStyle/>
            <a:p>
              <a:endParaRPr lang="en-US"/>
            </a:p>
          </p:txBody>
        </p:sp>
        <p:grpSp>
          <p:nvGrpSpPr>
            <p:cNvPr id="51207" name="Group 7"/>
            <p:cNvGrpSpPr>
              <a:grpSpLocks/>
            </p:cNvGrpSpPr>
            <p:nvPr/>
          </p:nvGrpSpPr>
          <p:grpSpPr bwMode="auto">
            <a:xfrm>
              <a:off x="1073" y="2786"/>
              <a:ext cx="384" cy="384"/>
              <a:chOff x="1728" y="2880"/>
              <a:chExt cx="384" cy="384"/>
            </a:xfrm>
          </p:grpSpPr>
          <p:sp>
            <p:nvSpPr>
              <p:cNvPr id="51227" name="Rectangle 8"/>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51228" name="Text Box 9"/>
              <p:cNvSpPr txBox="1">
                <a:spLocks noChangeArrowheads="1"/>
              </p:cNvSpPr>
              <p:nvPr/>
            </p:nvSpPr>
            <p:spPr bwMode="auto">
              <a:xfrm>
                <a:off x="1819" y="2966"/>
                <a:ext cx="212"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A</a:t>
                </a:r>
              </a:p>
            </p:txBody>
          </p:sp>
        </p:grpSp>
        <p:sp>
          <p:nvSpPr>
            <p:cNvPr id="51208" name="Rectangle 10"/>
            <p:cNvSpPr>
              <a:spLocks noChangeArrowheads="1"/>
            </p:cNvSpPr>
            <p:nvPr/>
          </p:nvSpPr>
          <p:spPr bwMode="auto">
            <a:xfrm>
              <a:off x="1040" y="3564"/>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51209" name="Line 11"/>
            <p:cNvSpPr>
              <a:spLocks noChangeShapeType="1"/>
            </p:cNvSpPr>
            <p:nvPr/>
          </p:nvSpPr>
          <p:spPr bwMode="auto">
            <a:xfrm flipV="1">
              <a:off x="1232" y="3180"/>
              <a:ext cx="0" cy="576"/>
            </a:xfrm>
            <a:prstGeom prst="line">
              <a:avLst/>
            </a:prstGeom>
            <a:noFill/>
            <a:ln w="28575">
              <a:solidFill>
                <a:schemeClr val="tx1"/>
              </a:solidFill>
              <a:round/>
              <a:headEnd type="oval" w="med" len="med"/>
              <a:tailEnd type="triangle" w="med" len="med"/>
            </a:ln>
          </p:spPr>
          <p:txBody>
            <a:bodyPr wrap="none"/>
            <a:lstStyle/>
            <a:p>
              <a:endParaRPr lang="en-US"/>
            </a:p>
          </p:txBody>
        </p:sp>
        <p:sp>
          <p:nvSpPr>
            <p:cNvPr id="51210" name="Text Box 12"/>
            <p:cNvSpPr txBox="1">
              <a:spLocks noChangeArrowheads="1"/>
            </p:cNvSpPr>
            <p:nvPr/>
          </p:nvSpPr>
          <p:spPr bwMode="auto">
            <a:xfrm>
              <a:off x="786" y="4000"/>
              <a:ext cx="1000" cy="285"/>
            </a:xfrm>
            <a:prstGeom prst="rect">
              <a:avLst/>
            </a:prstGeom>
            <a:noFill/>
            <a:ln w="9525">
              <a:noFill/>
              <a:miter lim="800000"/>
              <a:headEnd/>
              <a:tailEnd/>
            </a:ln>
          </p:spPr>
          <p:txBody>
            <a:bodyPr wrap="none">
              <a:spAutoFit/>
            </a:bodyPr>
            <a:lstStyle/>
            <a:p>
              <a:pPr algn="ctr"/>
              <a:r>
                <a:rPr lang="en-US" altLang="zh-CN" sz="2000">
                  <a:solidFill>
                    <a:schemeClr val="folHlink"/>
                  </a:solidFill>
                  <a:latin typeface="Tahoma" pitchFamily="34" charset="0"/>
                </a:rPr>
                <a:t>Head (Start)</a:t>
              </a:r>
            </a:p>
          </p:txBody>
        </p:sp>
        <p:sp>
          <p:nvSpPr>
            <p:cNvPr id="51211" name="Rectangle 13"/>
            <p:cNvSpPr>
              <a:spLocks noChangeArrowheads="1"/>
            </p:cNvSpPr>
            <p:nvPr/>
          </p:nvSpPr>
          <p:spPr bwMode="auto">
            <a:xfrm>
              <a:off x="680" y="2788"/>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51212" name="Rectangle 14"/>
            <p:cNvSpPr>
              <a:spLocks noChangeArrowheads="1"/>
            </p:cNvSpPr>
            <p:nvPr/>
          </p:nvSpPr>
          <p:spPr bwMode="auto">
            <a:xfrm>
              <a:off x="3008" y="2786"/>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grpSp>
          <p:nvGrpSpPr>
            <p:cNvPr id="51213" name="Group 15"/>
            <p:cNvGrpSpPr>
              <a:grpSpLocks/>
            </p:cNvGrpSpPr>
            <p:nvPr/>
          </p:nvGrpSpPr>
          <p:grpSpPr bwMode="auto">
            <a:xfrm>
              <a:off x="2624" y="2786"/>
              <a:ext cx="384" cy="384"/>
              <a:chOff x="1728" y="2880"/>
              <a:chExt cx="384" cy="384"/>
            </a:xfrm>
          </p:grpSpPr>
          <p:sp>
            <p:nvSpPr>
              <p:cNvPr id="51225" name="Rectangle 16"/>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51226" name="Text Box 17"/>
              <p:cNvSpPr txBox="1">
                <a:spLocks noChangeArrowheads="1"/>
              </p:cNvSpPr>
              <p:nvPr/>
            </p:nvSpPr>
            <p:spPr bwMode="auto">
              <a:xfrm>
                <a:off x="1820" y="2966"/>
                <a:ext cx="210"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B</a:t>
                </a:r>
              </a:p>
            </p:txBody>
          </p:sp>
        </p:grpSp>
        <p:sp>
          <p:nvSpPr>
            <p:cNvPr id="51214" name="Rectangle 18"/>
            <p:cNvSpPr>
              <a:spLocks noChangeArrowheads="1"/>
            </p:cNvSpPr>
            <p:nvPr/>
          </p:nvSpPr>
          <p:spPr bwMode="auto">
            <a:xfrm>
              <a:off x="2231" y="2788"/>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51215" name="Line 19"/>
            <p:cNvSpPr>
              <a:spLocks noChangeShapeType="1"/>
            </p:cNvSpPr>
            <p:nvPr/>
          </p:nvSpPr>
          <p:spPr bwMode="auto">
            <a:xfrm flipH="1">
              <a:off x="1848" y="3037"/>
              <a:ext cx="608" cy="7"/>
            </a:xfrm>
            <a:prstGeom prst="line">
              <a:avLst/>
            </a:prstGeom>
            <a:noFill/>
            <a:ln w="34925">
              <a:solidFill>
                <a:schemeClr val="hlink"/>
              </a:solidFill>
              <a:round/>
              <a:headEnd type="oval" w="med" len="med"/>
              <a:tailEnd type="triangle" w="med" len="med"/>
            </a:ln>
          </p:spPr>
          <p:txBody>
            <a:bodyPr wrap="none"/>
            <a:lstStyle/>
            <a:p>
              <a:endParaRPr lang="en-US"/>
            </a:p>
          </p:txBody>
        </p:sp>
        <p:sp>
          <p:nvSpPr>
            <p:cNvPr id="51216" name="Text Box 20"/>
            <p:cNvSpPr txBox="1">
              <a:spLocks noChangeArrowheads="1"/>
            </p:cNvSpPr>
            <p:nvPr/>
          </p:nvSpPr>
          <p:spPr bwMode="auto">
            <a:xfrm>
              <a:off x="752" y="2844"/>
              <a:ext cx="248" cy="250"/>
            </a:xfrm>
            <a:prstGeom prst="rect">
              <a:avLst/>
            </a:prstGeom>
            <a:noFill/>
            <a:ln w="9525">
              <a:noFill/>
              <a:miter lim="800000"/>
              <a:headEnd/>
              <a:tailEnd/>
            </a:ln>
          </p:spPr>
          <p:txBody>
            <a:bodyPr wrap="none">
              <a:spAutoFit/>
            </a:bodyPr>
            <a:lstStyle/>
            <a:p>
              <a:pPr algn="ctr"/>
              <a:r>
                <a:rPr lang="zh-CN" altLang="en-US" sz="2000" b="1">
                  <a:latin typeface="Tahoma" pitchFamily="34" charset="0"/>
                  <a:sym typeface="Symbol" pitchFamily="18" charset="2"/>
                </a:rPr>
                <a:t></a:t>
              </a:r>
              <a:endParaRPr lang="zh-CN" altLang="en-US" sz="2000" b="1">
                <a:latin typeface="Tahoma" pitchFamily="34" charset="0"/>
              </a:endParaRPr>
            </a:p>
          </p:txBody>
        </p:sp>
        <p:sp>
          <p:nvSpPr>
            <p:cNvPr id="51217" name="Rectangle 21"/>
            <p:cNvSpPr>
              <a:spLocks noChangeArrowheads="1"/>
            </p:cNvSpPr>
            <p:nvPr/>
          </p:nvSpPr>
          <p:spPr bwMode="auto">
            <a:xfrm>
              <a:off x="4560" y="2784"/>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grpSp>
          <p:nvGrpSpPr>
            <p:cNvPr id="51218" name="Group 22"/>
            <p:cNvGrpSpPr>
              <a:grpSpLocks/>
            </p:cNvGrpSpPr>
            <p:nvPr/>
          </p:nvGrpSpPr>
          <p:grpSpPr bwMode="auto">
            <a:xfrm>
              <a:off x="4176" y="2784"/>
              <a:ext cx="384" cy="384"/>
              <a:chOff x="1728" y="2880"/>
              <a:chExt cx="384" cy="384"/>
            </a:xfrm>
          </p:grpSpPr>
          <p:sp>
            <p:nvSpPr>
              <p:cNvPr id="51223" name="Rectangle 23"/>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51224" name="Text Box 24"/>
              <p:cNvSpPr txBox="1">
                <a:spLocks noChangeArrowheads="1"/>
              </p:cNvSpPr>
              <p:nvPr/>
            </p:nvSpPr>
            <p:spPr bwMode="auto">
              <a:xfrm>
                <a:off x="1819" y="2966"/>
                <a:ext cx="212"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C</a:t>
                </a:r>
              </a:p>
            </p:txBody>
          </p:sp>
        </p:grpSp>
        <p:sp>
          <p:nvSpPr>
            <p:cNvPr id="51219" name="Rectangle 25"/>
            <p:cNvSpPr>
              <a:spLocks noChangeArrowheads="1"/>
            </p:cNvSpPr>
            <p:nvPr/>
          </p:nvSpPr>
          <p:spPr bwMode="auto">
            <a:xfrm>
              <a:off x="3783" y="2786"/>
              <a:ext cx="384" cy="38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51220" name="Text Box 26"/>
            <p:cNvSpPr txBox="1">
              <a:spLocks noChangeArrowheads="1"/>
            </p:cNvSpPr>
            <p:nvPr/>
          </p:nvSpPr>
          <p:spPr bwMode="auto">
            <a:xfrm>
              <a:off x="4632" y="2858"/>
              <a:ext cx="248" cy="250"/>
            </a:xfrm>
            <a:prstGeom prst="rect">
              <a:avLst/>
            </a:prstGeom>
            <a:noFill/>
            <a:ln w="9525">
              <a:noFill/>
              <a:miter lim="800000"/>
              <a:headEnd/>
              <a:tailEnd/>
            </a:ln>
          </p:spPr>
          <p:txBody>
            <a:bodyPr wrap="none">
              <a:spAutoFit/>
            </a:bodyPr>
            <a:lstStyle/>
            <a:p>
              <a:pPr algn="ctr"/>
              <a:r>
                <a:rPr lang="zh-CN" altLang="en-US" sz="2000" b="1">
                  <a:latin typeface="Tahoma" pitchFamily="34" charset="0"/>
                  <a:sym typeface="Symbol" pitchFamily="18" charset="2"/>
                </a:rPr>
                <a:t></a:t>
              </a:r>
              <a:endParaRPr lang="zh-CN" altLang="en-US" sz="2000" b="1">
                <a:latin typeface="Tahoma" pitchFamily="34" charset="0"/>
              </a:endParaRPr>
            </a:p>
          </p:txBody>
        </p:sp>
        <p:sp>
          <p:nvSpPr>
            <p:cNvPr id="51221" name="Line 27"/>
            <p:cNvSpPr>
              <a:spLocks noChangeShapeType="1"/>
            </p:cNvSpPr>
            <p:nvPr/>
          </p:nvSpPr>
          <p:spPr bwMode="auto">
            <a:xfrm flipH="1">
              <a:off x="3400" y="3035"/>
              <a:ext cx="608" cy="7"/>
            </a:xfrm>
            <a:prstGeom prst="line">
              <a:avLst/>
            </a:prstGeom>
            <a:noFill/>
            <a:ln w="34925">
              <a:solidFill>
                <a:schemeClr val="hlink"/>
              </a:solidFill>
              <a:round/>
              <a:headEnd type="oval" w="med" len="med"/>
              <a:tailEnd type="triangle" w="med" len="med"/>
            </a:ln>
          </p:spPr>
          <p:txBody>
            <a:bodyPr wrap="none"/>
            <a:lstStyle/>
            <a:p>
              <a:endParaRPr lang="en-US"/>
            </a:p>
          </p:txBody>
        </p:sp>
        <p:sp>
          <p:nvSpPr>
            <p:cNvPr id="51222" name="Line 28"/>
            <p:cNvSpPr>
              <a:spLocks noChangeShapeType="1"/>
            </p:cNvSpPr>
            <p:nvPr/>
          </p:nvSpPr>
          <p:spPr bwMode="auto">
            <a:xfrm flipV="1">
              <a:off x="3192" y="2938"/>
              <a:ext cx="576" cy="0"/>
            </a:xfrm>
            <a:prstGeom prst="line">
              <a:avLst/>
            </a:prstGeom>
            <a:noFill/>
            <a:ln w="28575">
              <a:solidFill>
                <a:schemeClr val="tx1"/>
              </a:solidFill>
              <a:round/>
              <a:headEnd type="oval" w="med" len="med"/>
              <a:tailEnd type="triangle" w="med" len="med"/>
            </a:ln>
          </p:spPr>
          <p:txBody>
            <a:bodyPr wrap="none"/>
            <a:lstStyle/>
            <a:p>
              <a:endParaRPr lang="en-US"/>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7E71EC2-BC50-4B59-B2DB-925C8FA448BD}" type="slidenum">
              <a:rPr lang="en-US" smtClean="0"/>
              <a:pPr>
                <a:defRPr/>
              </a:pPr>
              <a:t>50</a:t>
            </a:fld>
            <a:endParaRPr lang="en-US"/>
          </a:p>
        </p:txBody>
      </p:sp>
      <p:pic>
        <p:nvPicPr>
          <p:cNvPr id="52227" name="Picture 2" descr="doub1"/>
          <p:cNvPicPr>
            <a:picLocks noChangeAspect="1" noChangeArrowheads="1"/>
          </p:cNvPicPr>
          <p:nvPr/>
        </p:nvPicPr>
        <p:blipFill>
          <a:blip r:embed="rId2"/>
          <a:srcRect/>
          <a:stretch>
            <a:fillRect/>
          </a:stretch>
        </p:blipFill>
        <p:spPr bwMode="auto">
          <a:xfrm>
            <a:off x="1447800" y="838200"/>
            <a:ext cx="5791200" cy="2057400"/>
          </a:xfrm>
          <a:prstGeom prst="rect">
            <a:avLst/>
          </a:prstGeom>
          <a:noFill/>
          <a:ln w="9525">
            <a:noFill/>
            <a:miter lim="800000"/>
            <a:headEnd/>
            <a:tailEnd/>
          </a:ln>
        </p:spPr>
      </p:pic>
      <p:sp>
        <p:nvSpPr>
          <p:cNvPr id="52228" name="Rectangle 5"/>
          <p:cNvSpPr>
            <a:spLocks noChangeArrowheads="1"/>
          </p:cNvSpPr>
          <p:nvPr/>
        </p:nvSpPr>
        <p:spPr bwMode="auto">
          <a:xfrm>
            <a:off x="381000" y="381000"/>
            <a:ext cx="3503613" cy="523875"/>
          </a:xfrm>
          <a:prstGeom prst="rect">
            <a:avLst/>
          </a:prstGeom>
          <a:noFill/>
          <a:ln w="9525">
            <a:noFill/>
            <a:miter lim="800000"/>
            <a:headEnd/>
            <a:tailEnd/>
          </a:ln>
        </p:spPr>
        <p:txBody>
          <a:bodyPr wrap="none">
            <a:spAutoFit/>
          </a:bodyPr>
          <a:lstStyle/>
          <a:p>
            <a:r>
              <a:rPr lang="en-US" altLang="zh-CN" sz="2800" b="1">
                <a:latin typeface="Maiandra GD" pitchFamily="34" charset="0"/>
              </a:rPr>
              <a:t>Doubly linked lists….</a:t>
            </a:r>
          </a:p>
        </p:txBody>
      </p:sp>
      <p:sp>
        <p:nvSpPr>
          <p:cNvPr id="52229" name="Rectangle 4" descr="Rectangle: Click to edit Master text styles&#10;Second level&#10;Third level&#10;Fourth level&#10;Fifth level"/>
          <p:cNvSpPr>
            <a:spLocks noChangeArrowheads="1"/>
          </p:cNvSpPr>
          <p:nvPr/>
        </p:nvSpPr>
        <p:spPr bwMode="auto">
          <a:xfrm>
            <a:off x="457200" y="3276600"/>
            <a:ext cx="8229600" cy="3276600"/>
          </a:xfrm>
          <a:prstGeom prst="rect">
            <a:avLst/>
          </a:prstGeom>
          <a:noFill/>
          <a:ln w="9525">
            <a:noFill/>
            <a:miter lim="800000"/>
            <a:headEnd/>
            <a:tailEnd/>
          </a:ln>
        </p:spPr>
        <p:txBody>
          <a:bodyPr/>
          <a:lstStyle/>
          <a:p>
            <a:pPr indent="-533400" algn="just">
              <a:spcBef>
                <a:spcPts val="1800"/>
              </a:spcBef>
              <a:buFont typeface="Wingdings" pitchFamily="2" charset="2"/>
              <a:buNone/>
            </a:pPr>
            <a:r>
              <a:rPr lang="en-US" sz="2200">
                <a:latin typeface="Maiandra GD" pitchFamily="34" charset="0"/>
              </a:rPr>
              <a:t>Here, there is no pointer to the start of the list, there is simply a pointer to some position in the list that can be moved left or right.</a:t>
            </a:r>
          </a:p>
          <a:p>
            <a:pPr indent="-533400" algn="just">
              <a:spcBef>
                <a:spcPts val="1800"/>
              </a:spcBef>
              <a:buFont typeface="Wingdings" pitchFamily="2" charset="2"/>
              <a:buNone/>
            </a:pPr>
            <a:r>
              <a:rPr lang="en-US" sz="2200">
                <a:latin typeface="Maiandra GD" pitchFamily="34" charset="0"/>
              </a:rPr>
              <a:t>The reason we needed a start pointer in the ordinary linked list is because, having moved on from one node to another, we can’t easily move back, so without the start pointer, we would lose track of all the nodes in the list that we have already passed. With the doubly linked list, we can move the current pointer backwards and forwards at will.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0838"/>
            <a:ext cx="8229600" cy="685800"/>
          </a:xfrm>
        </p:spPr>
        <p:txBody>
          <a:bodyPr>
            <a:normAutofit fontScale="90000"/>
          </a:bodyPr>
          <a:lstStyle/>
          <a:p>
            <a:pPr>
              <a:defRPr/>
            </a:pPr>
            <a:r>
              <a:rPr lang="en-US" sz="4000" dirty="0">
                <a:latin typeface="Maiandra GD" pitchFamily="34" charset="0"/>
              </a:rPr>
              <a:t>DLL’s compared to SLL’s</a:t>
            </a:r>
          </a:p>
        </p:txBody>
      </p:sp>
      <p:sp>
        <p:nvSpPr>
          <p:cNvPr id="53251" name="Rectangle 3"/>
          <p:cNvSpPr txBox="1">
            <a:spLocks noChangeArrowheads="1"/>
          </p:cNvSpPr>
          <p:nvPr/>
        </p:nvSpPr>
        <p:spPr bwMode="auto">
          <a:xfrm>
            <a:off x="215900" y="1143000"/>
            <a:ext cx="4368800" cy="4648200"/>
          </a:xfrm>
          <a:prstGeom prst="rect">
            <a:avLst/>
          </a:prstGeom>
          <a:noFill/>
          <a:ln w="9525">
            <a:noFill/>
            <a:miter lim="800000"/>
            <a:headEnd/>
            <a:tailEnd/>
          </a:ln>
        </p:spPr>
        <p:txBody>
          <a:bodyPr/>
          <a:lstStyle/>
          <a:p>
            <a:pPr marL="273050" indent="-273050">
              <a:spcBef>
                <a:spcPct val="20000"/>
              </a:spcBef>
              <a:buSzPct val="95000"/>
              <a:buFont typeface="Wingdings 2" pitchFamily="18" charset="2"/>
              <a:buChar char=""/>
            </a:pPr>
            <a:r>
              <a:rPr lang="en-US" sz="2800" b="1">
                <a:latin typeface="Maiandra GD" pitchFamily="34" charset="0"/>
              </a:rPr>
              <a:t>Advantages:</a:t>
            </a:r>
          </a:p>
          <a:p>
            <a:pPr marL="639763" lvl="1" indent="-246063">
              <a:spcBef>
                <a:spcPct val="20000"/>
              </a:spcBef>
              <a:buClr>
                <a:schemeClr val="accent1"/>
              </a:buClr>
              <a:buSzPct val="85000"/>
              <a:buFont typeface="Wingdings 2" pitchFamily="18" charset="2"/>
              <a:buChar char=""/>
            </a:pPr>
            <a:r>
              <a:rPr lang="en-US" sz="2800">
                <a:latin typeface="Maiandra GD" pitchFamily="34" charset="0"/>
              </a:rPr>
              <a:t>Can be traversed in either direction (may be essential for some programs).</a:t>
            </a:r>
          </a:p>
          <a:p>
            <a:pPr marL="639763" lvl="1" indent="-246063">
              <a:spcBef>
                <a:spcPct val="20000"/>
              </a:spcBef>
              <a:buClr>
                <a:schemeClr val="accent1"/>
              </a:buClr>
              <a:buSzPct val="85000"/>
              <a:buFont typeface="Wingdings 2" pitchFamily="18" charset="2"/>
              <a:buChar char=""/>
            </a:pPr>
            <a:r>
              <a:rPr lang="en-US" sz="2800">
                <a:latin typeface="Maiandra GD" pitchFamily="34" charset="0"/>
              </a:rPr>
              <a:t>Some operations, such as deletion and inserting before a node, become easier.</a:t>
            </a:r>
          </a:p>
          <a:p>
            <a:pPr marL="639763" lvl="1" indent="-246063">
              <a:spcBef>
                <a:spcPct val="20000"/>
              </a:spcBef>
              <a:buClr>
                <a:schemeClr val="accent1"/>
              </a:buClr>
              <a:buSzPct val="85000"/>
              <a:buFont typeface="Wingdings 2" pitchFamily="18" charset="2"/>
              <a:buChar char=""/>
            </a:pPr>
            <a:endParaRPr lang="en-US" sz="2800">
              <a:latin typeface="Maiandra GD" pitchFamily="34" charset="0"/>
            </a:endParaRPr>
          </a:p>
        </p:txBody>
      </p:sp>
      <p:sp>
        <p:nvSpPr>
          <p:cNvPr id="53252" name="Rectangle 4"/>
          <p:cNvSpPr txBox="1">
            <a:spLocks noChangeArrowheads="1"/>
          </p:cNvSpPr>
          <p:nvPr/>
        </p:nvSpPr>
        <p:spPr bwMode="auto">
          <a:xfrm>
            <a:off x="4572000" y="1066800"/>
            <a:ext cx="4356100" cy="4648200"/>
          </a:xfrm>
          <a:prstGeom prst="rect">
            <a:avLst/>
          </a:prstGeom>
          <a:noFill/>
          <a:ln w="9525">
            <a:noFill/>
            <a:miter lim="800000"/>
            <a:headEnd/>
            <a:tailEnd/>
          </a:ln>
        </p:spPr>
        <p:txBody>
          <a:bodyPr/>
          <a:lstStyle/>
          <a:p>
            <a:pPr marL="273050" indent="-273050">
              <a:spcBef>
                <a:spcPct val="20000"/>
              </a:spcBef>
              <a:buSzPct val="95000"/>
              <a:buFont typeface="Wingdings 2" pitchFamily="18" charset="2"/>
              <a:buChar char=""/>
            </a:pPr>
            <a:r>
              <a:rPr lang="en-US" sz="2800" b="1">
                <a:latin typeface="Maiandra GD" pitchFamily="34" charset="0"/>
              </a:rPr>
              <a:t>Disadvantages:</a:t>
            </a:r>
          </a:p>
          <a:p>
            <a:pPr marL="639763" lvl="1" indent="-246063">
              <a:spcBef>
                <a:spcPct val="20000"/>
              </a:spcBef>
              <a:buClr>
                <a:schemeClr val="accent1"/>
              </a:buClr>
              <a:buSzPct val="85000"/>
              <a:buFont typeface="Wingdings 2" pitchFamily="18" charset="2"/>
              <a:buChar char=""/>
            </a:pPr>
            <a:r>
              <a:rPr lang="en-US" sz="2800">
                <a:latin typeface="Maiandra GD" pitchFamily="34" charset="0"/>
              </a:rPr>
              <a:t>Requires more space.</a:t>
            </a:r>
          </a:p>
          <a:p>
            <a:pPr marL="639763" lvl="1" indent="-246063">
              <a:spcBef>
                <a:spcPct val="20000"/>
              </a:spcBef>
              <a:buClr>
                <a:schemeClr val="accent1"/>
              </a:buClr>
              <a:buSzPct val="85000"/>
              <a:buFont typeface="Wingdings 2" pitchFamily="18" charset="2"/>
              <a:buChar char=""/>
            </a:pPr>
            <a:r>
              <a:rPr lang="en-US" sz="2800">
                <a:latin typeface="Maiandra GD" pitchFamily="34" charset="0"/>
              </a:rPr>
              <a:t>List manipulations are slower (because more links must be changed).</a:t>
            </a:r>
          </a:p>
          <a:p>
            <a:pPr marL="639763" lvl="1" indent="-246063">
              <a:spcBef>
                <a:spcPct val="20000"/>
              </a:spcBef>
              <a:buClr>
                <a:schemeClr val="accent1"/>
              </a:buClr>
              <a:buSzPct val="85000"/>
              <a:buFont typeface="Wingdings 2" pitchFamily="18" charset="2"/>
              <a:buChar char=""/>
            </a:pPr>
            <a:r>
              <a:rPr lang="en-US" sz="2800">
                <a:latin typeface="Maiandra GD" pitchFamily="34" charset="0"/>
              </a:rPr>
              <a:t>Greater chance of having bugs (because more links must be manipulated).</a:t>
            </a:r>
          </a:p>
        </p:txBody>
      </p:sp>
      <p:sp>
        <p:nvSpPr>
          <p:cNvPr id="3" name="Slide Number Placeholder 2"/>
          <p:cNvSpPr>
            <a:spLocks noGrp="1"/>
          </p:cNvSpPr>
          <p:nvPr>
            <p:ph type="sldNum" sz="quarter" idx="12"/>
          </p:nvPr>
        </p:nvSpPr>
        <p:spPr/>
        <p:txBody>
          <a:bodyPr/>
          <a:lstStyle/>
          <a:p>
            <a:pPr>
              <a:defRPr/>
            </a:pPr>
            <a:fld id="{789DFA99-885A-49BB-BC05-A75A7AB4F4D3}" type="slidenum">
              <a:rPr lang="en-US" smtClean="0"/>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609600"/>
          </a:xfrm>
        </p:spPr>
        <p:txBody>
          <a:bodyPr>
            <a:normAutofit fontScale="90000"/>
          </a:bodyPr>
          <a:lstStyle/>
          <a:p>
            <a:pPr>
              <a:defRPr/>
            </a:pPr>
            <a:r>
              <a:rPr lang="en-US" sz="3600" b="1" dirty="0">
                <a:latin typeface="Maiandra GD" pitchFamily="34" charset="0"/>
              </a:rPr>
              <a:t>Structure of DLL</a:t>
            </a:r>
          </a:p>
        </p:txBody>
      </p:sp>
      <p:sp>
        <p:nvSpPr>
          <p:cNvPr id="3" name="Content Placeholder 2"/>
          <p:cNvSpPr>
            <a:spLocks noGrp="1"/>
          </p:cNvSpPr>
          <p:nvPr>
            <p:ph idx="1"/>
          </p:nvPr>
        </p:nvSpPr>
        <p:spPr>
          <a:xfrm>
            <a:off x="152400" y="914400"/>
            <a:ext cx="8991600" cy="3581400"/>
          </a:xfrm>
        </p:spPr>
        <p:txBody>
          <a:bodyPr>
            <a:normAutofit lnSpcReduction="10000"/>
          </a:bodyPr>
          <a:lstStyle/>
          <a:p>
            <a:pPr>
              <a:buFont typeface="Arial" pitchFamily="34" charset="0"/>
              <a:buNone/>
              <a:defRPr/>
            </a:pPr>
            <a:r>
              <a:rPr lang="en-US" sz="2800" dirty="0">
                <a:latin typeface="Maiandra GD" pitchFamily="34" charset="0"/>
              </a:rPr>
              <a:t>  </a:t>
            </a:r>
            <a:r>
              <a:rPr lang="en-US" sz="2800" dirty="0" err="1">
                <a:latin typeface="Courier New" pitchFamily="49" charset="0"/>
                <a:cs typeface="Courier New" pitchFamily="49" charset="0"/>
              </a:rPr>
              <a:t>struct</a:t>
            </a:r>
            <a:r>
              <a:rPr lang="en-US" sz="2800" dirty="0">
                <a:latin typeface="Courier New" pitchFamily="49" charset="0"/>
                <a:cs typeface="Courier New" pitchFamily="49" charset="0"/>
              </a:rPr>
              <a:t> student</a:t>
            </a:r>
          </a:p>
          <a:p>
            <a:pPr>
              <a:buFont typeface="Arial" pitchFamily="34" charset="0"/>
              <a:buNone/>
              <a:defRPr/>
            </a:pPr>
            <a:r>
              <a:rPr lang="en-US" sz="2800" dirty="0">
                <a:latin typeface="Courier New" pitchFamily="49" charset="0"/>
                <a:cs typeface="Courier New" pitchFamily="49" charset="0"/>
              </a:rPr>
              <a:t>  {</a:t>
            </a:r>
          </a:p>
          <a:p>
            <a:pPr>
              <a:buFont typeface="Arial" pitchFamily="34" charset="0"/>
              <a:buNone/>
              <a:defRPr/>
            </a:pPr>
            <a:r>
              <a:rPr lang="en-US" sz="2800" dirty="0">
                <a:latin typeface="Courier New" pitchFamily="49" charset="0"/>
                <a:cs typeface="Courier New" pitchFamily="49" charset="0"/>
              </a:rPr>
              <a:t>   char name[20];     </a:t>
            </a:r>
          </a:p>
          <a:p>
            <a:pPr>
              <a:buFont typeface="Arial" pitchFamily="34" charset="0"/>
              <a:buNone/>
              <a:defRPr/>
            </a:pPr>
            <a:r>
              <a:rPr lang="en-US" sz="2800" dirty="0">
                <a:latin typeface="Courier New" pitchFamily="49" charset="0"/>
                <a:cs typeface="Courier New" pitchFamily="49" charset="0"/>
              </a:rPr>
              <a:t>   </a:t>
            </a:r>
            <a:r>
              <a:rPr lang="en-US" sz="2800" dirty="0" err="1">
                <a:latin typeface="Courier New" pitchFamily="49" charset="0"/>
                <a:cs typeface="Courier New" pitchFamily="49" charset="0"/>
              </a:rPr>
              <a:t>int</a:t>
            </a:r>
            <a:r>
              <a:rPr lang="en-US" sz="2800" dirty="0">
                <a:latin typeface="Courier New" pitchFamily="49" charset="0"/>
                <a:cs typeface="Courier New" pitchFamily="49" charset="0"/>
              </a:rPr>
              <a:t> age;</a:t>
            </a:r>
          </a:p>
          <a:p>
            <a:pPr>
              <a:buNone/>
              <a:defRPr/>
            </a:pPr>
            <a:r>
              <a:rPr lang="en-US" sz="2800" dirty="0">
                <a:latin typeface="Courier New" pitchFamily="49" charset="0"/>
                <a:cs typeface="Courier New" pitchFamily="49" charset="0"/>
              </a:rPr>
              <a:t> student *next;</a:t>
            </a:r>
          </a:p>
          <a:p>
            <a:pPr>
              <a:spcBef>
                <a:spcPts val="0"/>
              </a:spcBef>
              <a:buNone/>
              <a:defRPr/>
            </a:pPr>
            <a:r>
              <a:rPr lang="en-US" sz="2800" dirty="0">
                <a:latin typeface="Courier New" pitchFamily="49" charset="0"/>
                <a:cs typeface="Courier New" pitchFamily="49" charset="0"/>
              </a:rPr>
              <a:t> student *previous;</a:t>
            </a:r>
            <a:r>
              <a:rPr lang="en-US" sz="1800" dirty="0">
                <a:solidFill>
                  <a:srgbClr val="FF0000"/>
                </a:solidFill>
                <a:latin typeface="Courier New" pitchFamily="49" charset="0"/>
                <a:cs typeface="Courier New" pitchFamily="49" charset="0"/>
              </a:rPr>
              <a:t>//holds the address of previous node</a:t>
            </a:r>
            <a:r>
              <a:rPr lang="en-US" sz="1800" dirty="0">
                <a:solidFill>
                  <a:schemeClr val="accent1">
                    <a:lumMod val="75000"/>
                  </a:schemeClr>
                </a:solidFill>
                <a:latin typeface="Courier New" pitchFamily="49" charset="0"/>
                <a:cs typeface="Courier New" pitchFamily="49" charset="0"/>
              </a:rPr>
              <a:t>   </a:t>
            </a:r>
            <a:endParaRPr lang="en-US" sz="2800" dirty="0">
              <a:solidFill>
                <a:schemeClr val="accent1">
                  <a:lumMod val="75000"/>
                </a:schemeClr>
              </a:solidFill>
              <a:latin typeface="Courier New" pitchFamily="49" charset="0"/>
              <a:cs typeface="Courier New" pitchFamily="49" charset="0"/>
            </a:endParaRPr>
          </a:p>
          <a:p>
            <a:pPr>
              <a:buFont typeface="Arial" pitchFamily="34" charset="0"/>
              <a:buNone/>
              <a:defRPr/>
            </a:pPr>
            <a:r>
              <a:rPr lang="en-US" sz="2800" dirty="0">
                <a:solidFill>
                  <a:schemeClr val="accent1">
                    <a:lumMod val="75000"/>
                  </a:schemeClr>
                </a:solidFill>
                <a:latin typeface="Courier New" pitchFamily="49" charset="0"/>
                <a:cs typeface="Courier New" pitchFamily="49" charset="0"/>
              </a:rPr>
              <a:t>  </a:t>
            </a:r>
            <a:r>
              <a:rPr lang="en-US" sz="2800" dirty="0">
                <a:latin typeface="Courier New" pitchFamily="49" charset="0"/>
                <a:cs typeface="Courier New" pitchFamily="49" charset="0"/>
              </a:rPr>
              <a:t>};</a:t>
            </a:r>
          </a:p>
          <a:p>
            <a:pPr>
              <a:buFont typeface="Arial" pitchFamily="34" charset="0"/>
              <a:buNone/>
              <a:defRPr/>
            </a:pPr>
            <a:endParaRPr lang="en-US" dirty="0">
              <a:solidFill>
                <a:schemeClr val="accent1">
                  <a:lumMod val="75000"/>
                </a:schemeClr>
              </a:solidFill>
            </a:endParaRPr>
          </a:p>
        </p:txBody>
      </p:sp>
      <p:grpSp>
        <p:nvGrpSpPr>
          <p:cNvPr id="54276" name="Group 14"/>
          <p:cNvGrpSpPr>
            <a:grpSpLocks/>
          </p:cNvGrpSpPr>
          <p:nvPr/>
        </p:nvGrpSpPr>
        <p:grpSpPr bwMode="auto">
          <a:xfrm>
            <a:off x="2057400" y="4191000"/>
            <a:ext cx="5562600" cy="1676400"/>
            <a:chOff x="2057400" y="4191000"/>
            <a:chExt cx="5562600" cy="1676401"/>
          </a:xfrm>
        </p:grpSpPr>
        <p:sp>
          <p:nvSpPr>
            <p:cNvPr id="54278" name="Text Box 9"/>
            <p:cNvSpPr txBox="1">
              <a:spLocks noChangeArrowheads="1"/>
            </p:cNvSpPr>
            <p:nvPr/>
          </p:nvSpPr>
          <p:spPr bwMode="auto">
            <a:xfrm>
              <a:off x="4267200" y="4264292"/>
              <a:ext cx="1143000" cy="503250"/>
            </a:xfrm>
            <a:prstGeom prst="rect">
              <a:avLst/>
            </a:prstGeom>
            <a:noFill/>
            <a:ln w="9525">
              <a:noFill/>
              <a:miter lim="800000"/>
              <a:headEnd/>
              <a:tailEnd/>
            </a:ln>
          </p:spPr>
          <p:txBody>
            <a:bodyPr>
              <a:spAutoFit/>
            </a:bodyPr>
            <a:lstStyle/>
            <a:p>
              <a:pPr>
                <a:spcBef>
                  <a:spcPct val="50000"/>
                </a:spcBef>
              </a:pPr>
              <a:r>
                <a:rPr lang="en-US" sz="2400">
                  <a:solidFill>
                    <a:schemeClr val="bg1"/>
                  </a:solidFill>
                </a:rPr>
                <a:t>.</a:t>
              </a:r>
              <a:r>
                <a:rPr lang="en-US" sz="2800">
                  <a:latin typeface="Maiandra GD" pitchFamily="34" charset="0"/>
                </a:rPr>
                <a:t>Data</a:t>
              </a:r>
            </a:p>
          </p:txBody>
        </p:sp>
        <p:sp>
          <p:nvSpPr>
            <p:cNvPr id="54279" name="Text Box 9"/>
            <p:cNvSpPr txBox="1">
              <a:spLocks noChangeArrowheads="1"/>
            </p:cNvSpPr>
            <p:nvPr/>
          </p:nvSpPr>
          <p:spPr bwMode="auto">
            <a:xfrm>
              <a:off x="5638800" y="4191000"/>
              <a:ext cx="1219200" cy="503250"/>
            </a:xfrm>
            <a:prstGeom prst="rect">
              <a:avLst/>
            </a:prstGeom>
            <a:noFill/>
            <a:ln w="9525">
              <a:noFill/>
              <a:miter lim="800000"/>
              <a:headEnd/>
              <a:tailEnd/>
            </a:ln>
          </p:spPr>
          <p:txBody>
            <a:bodyPr>
              <a:spAutoFit/>
            </a:bodyPr>
            <a:lstStyle/>
            <a:p>
              <a:pPr>
                <a:spcBef>
                  <a:spcPct val="50000"/>
                </a:spcBef>
              </a:pPr>
              <a:r>
                <a:rPr lang="en-US" sz="2400">
                  <a:solidFill>
                    <a:schemeClr val="bg1"/>
                  </a:solidFill>
                </a:rPr>
                <a:t>.</a:t>
              </a:r>
              <a:r>
                <a:rPr lang="en-US" sz="2800">
                  <a:latin typeface="Maiandra GD" pitchFamily="34" charset="0"/>
                </a:rPr>
                <a:t>Next</a:t>
              </a:r>
            </a:p>
          </p:txBody>
        </p:sp>
        <p:sp>
          <p:nvSpPr>
            <p:cNvPr id="54280" name="Text Box 9"/>
            <p:cNvSpPr txBox="1">
              <a:spLocks noChangeArrowheads="1"/>
            </p:cNvSpPr>
            <p:nvPr/>
          </p:nvSpPr>
          <p:spPr bwMode="auto">
            <a:xfrm>
              <a:off x="2514600" y="4264292"/>
              <a:ext cx="1600200" cy="503250"/>
            </a:xfrm>
            <a:prstGeom prst="rect">
              <a:avLst/>
            </a:prstGeom>
            <a:noFill/>
            <a:ln w="9525">
              <a:noFill/>
              <a:miter lim="800000"/>
              <a:headEnd/>
              <a:tailEnd/>
            </a:ln>
          </p:spPr>
          <p:txBody>
            <a:bodyPr>
              <a:spAutoFit/>
            </a:bodyPr>
            <a:lstStyle/>
            <a:p>
              <a:pPr>
                <a:spcBef>
                  <a:spcPct val="50000"/>
                </a:spcBef>
              </a:pPr>
              <a:r>
                <a:rPr lang="en-US" sz="2800">
                  <a:latin typeface="Maiandra GD" pitchFamily="34" charset="0"/>
                </a:rPr>
                <a:t>Previous</a:t>
              </a:r>
            </a:p>
          </p:txBody>
        </p:sp>
        <p:grpSp>
          <p:nvGrpSpPr>
            <p:cNvPr id="54281" name="Group 14"/>
            <p:cNvGrpSpPr>
              <a:grpSpLocks/>
            </p:cNvGrpSpPr>
            <p:nvPr/>
          </p:nvGrpSpPr>
          <p:grpSpPr bwMode="auto">
            <a:xfrm>
              <a:off x="2057400" y="4953001"/>
              <a:ext cx="5562600" cy="914400"/>
              <a:chOff x="1295400" y="5498596"/>
              <a:chExt cx="5562600" cy="851404"/>
            </a:xfrm>
          </p:grpSpPr>
          <p:sp>
            <p:nvSpPr>
              <p:cNvPr id="54282" name="Rectangle 4"/>
              <p:cNvSpPr>
                <a:spLocks noChangeArrowheads="1"/>
              </p:cNvSpPr>
              <p:nvPr/>
            </p:nvSpPr>
            <p:spPr bwMode="auto">
              <a:xfrm>
                <a:off x="2057400" y="5498596"/>
                <a:ext cx="3962400" cy="838200"/>
              </a:xfrm>
              <a:prstGeom prst="rect">
                <a:avLst/>
              </a:prstGeom>
              <a:solidFill>
                <a:srgbClr val="FFFF66"/>
              </a:solidFill>
              <a:ln w="38100">
                <a:solidFill>
                  <a:schemeClr val="tx1"/>
                </a:solidFill>
                <a:miter lim="800000"/>
                <a:headEnd/>
                <a:tailEnd/>
              </a:ln>
            </p:spPr>
            <p:txBody>
              <a:bodyPr wrap="none" anchor="ctr"/>
              <a:lstStyle/>
              <a:p>
                <a:endParaRPr lang="en-US"/>
              </a:p>
            </p:txBody>
          </p:sp>
          <p:sp>
            <p:nvSpPr>
              <p:cNvPr id="54283" name="Line 5"/>
              <p:cNvSpPr>
                <a:spLocks noChangeShapeType="1"/>
              </p:cNvSpPr>
              <p:nvPr/>
            </p:nvSpPr>
            <p:spPr bwMode="auto">
              <a:xfrm>
                <a:off x="2971800" y="5511800"/>
                <a:ext cx="0" cy="838200"/>
              </a:xfrm>
              <a:prstGeom prst="line">
                <a:avLst/>
              </a:prstGeom>
              <a:noFill/>
              <a:ln w="38100">
                <a:solidFill>
                  <a:schemeClr val="tx1"/>
                </a:solidFill>
                <a:round/>
                <a:headEnd/>
                <a:tailEnd/>
              </a:ln>
            </p:spPr>
            <p:txBody>
              <a:bodyPr/>
              <a:lstStyle/>
              <a:p>
                <a:endParaRPr lang="en-US"/>
              </a:p>
            </p:txBody>
          </p:sp>
          <p:sp>
            <p:nvSpPr>
              <p:cNvPr id="54284" name="Line 5"/>
              <p:cNvSpPr>
                <a:spLocks noChangeShapeType="1"/>
              </p:cNvSpPr>
              <p:nvPr/>
            </p:nvSpPr>
            <p:spPr bwMode="auto">
              <a:xfrm>
                <a:off x="5029200" y="5511800"/>
                <a:ext cx="0" cy="838200"/>
              </a:xfrm>
              <a:prstGeom prst="line">
                <a:avLst/>
              </a:prstGeom>
              <a:noFill/>
              <a:ln w="38100">
                <a:solidFill>
                  <a:schemeClr val="tx1"/>
                </a:solidFill>
                <a:round/>
                <a:headEnd/>
                <a:tailEnd/>
              </a:ln>
            </p:spPr>
            <p:txBody>
              <a:bodyPr/>
              <a:lstStyle/>
              <a:p>
                <a:endParaRPr lang="en-US"/>
              </a:p>
            </p:txBody>
          </p:sp>
          <p:sp>
            <p:nvSpPr>
              <p:cNvPr id="54285" name="Line 10"/>
              <p:cNvSpPr>
                <a:spLocks noChangeShapeType="1"/>
              </p:cNvSpPr>
              <p:nvPr/>
            </p:nvSpPr>
            <p:spPr bwMode="auto">
              <a:xfrm flipH="1">
                <a:off x="1295400" y="5943600"/>
                <a:ext cx="1066800" cy="0"/>
              </a:xfrm>
              <a:prstGeom prst="line">
                <a:avLst/>
              </a:prstGeom>
              <a:noFill/>
              <a:ln w="76200">
                <a:solidFill>
                  <a:srgbClr val="FF0000"/>
                </a:solidFill>
                <a:round/>
                <a:headEnd/>
                <a:tailEnd type="triangle" w="med" len="med"/>
              </a:ln>
            </p:spPr>
            <p:txBody>
              <a:bodyPr/>
              <a:lstStyle/>
              <a:p>
                <a:endParaRPr lang="en-US"/>
              </a:p>
            </p:txBody>
          </p:sp>
          <p:sp>
            <p:nvSpPr>
              <p:cNvPr id="54286" name="Line 11"/>
              <p:cNvSpPr>
                <a:spLocks noChangeShapeType="1"/>
              </p:cNvSpPr>
              <p:nvPr/>
            </p:nvSpPr>
            <p:spPr bwMode="auto">
              <a:xfrm>
                <a:off x="5715000" y="5943600"/>
                <a:ext cx="1143000" cy="0"/>
              </a:xfrm>
              <a:prstGeom prst="line">
                <a:avLst/>
              </a:prstGeom>
              <a:noFill/>
              <a:ln w="76200">
                <a:solidFill>
                  <a:srgbClr val="FF0000"/>
                </a:solidFill>
                <a:round/>
                <a:headEnd/>
                <a:tailEnd type="triangle" w="med" len="med"/>
              </a:ln>
            </p:spPr>
            <p:txBody>
              <a:bodyPr/>
              <a:lstStyle/>
              <a:p>
                <a:endParaRPr lang="en-US"/>
              </a:p>
            </p:txBody>
          </p:sp>
        </p:grpSp>
      </p:grpSp>
      <p:sp>
        <p:nvSpPr>
          <p:cNvPr id="12" name="Slide Number Placeholder 11"/>
          <p:cNvSpPr>
            <a:spLocks noGrp="1"/>
          </p:cNvSpPr>
          <p:nvPr>
            <p:ph type="sldNum" sz="quarter" idx="12"/>
          </p:nvPr>
        </p:nvSpPr>
        <p:spPr/>
        <p:txBody>
          <a:bodyPr/>
          <a:lstStyle/>
          <a:p>
            <a:pPr>
              <a:defRPr/>
            </a:pPr>
            <a:fld id="{51DB574B-CB18-45B3-A8B6-A8A34A78B96E}" type="slidenum">
              <a:rPr lang="en-US" smtClean="0"/>
              <a:pPr>
                <a:defRPr/>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9"/>
          <p:cNvPicPr>
            <a:picLocks noChangeAspect="1" noChangeArrowheads="1"/>
          </p:cNvPicPr>
          <p:nvPr/>
        </p:nvPicPr>
        <p:blipFill>
          <a:blip r:embed="rId2"/>
          <a:srcRect/>
          <a:stretch>
            <a:fillRect/>
          </a:stretch>
        </p:blipFill>
        <p:spPr bwMode="auto">
          <a:xfrm>
            <a:off x="990600" y="1295400"/>
            <a:ext cx="6858000" cy="1600200"/>
          </a:xfrm>
          <a:prstGeom prst="rect">
            <a:avLst/>
          </a:prstGeom>
          <a:noFill/>
          <a:ln w="9525">
            <a:noFill/>
            <a:miter lim="800000"/>
            <a:headEnd/>
            <a:tailEnd/>
          </a:ln>
        </p:spPr>
      </p:pic>
      <p:pic>
        <p:nvPicPr>
          <p:cNvPr id="55299" name="Picture 10"/>
          <p:cNvPicPr>
            <a:picLocks noChangeAspect="1" noChangeArrowheads="1"/>
          </p:cNvPicPr>
          <p:nvPr/>
        </p:nvPicPr>
        <p:blipFill>
          <a:blip r:embed="rId3"/>
          <a:srcRect/>
          <a:stretch>
            <a:fillRect/>
          </a:stretch>
        </p:blipFill>
        <p:spPr bwMode="auto">
          <a:xfrm>
            <a:off x="1143000" y="3429000"/>
            <a:ext cx="6781800" cy="1600200"/>
          </a:xfrm>
          <a:prstGeom prst="rect">
            <a:avLst/>
          </a:prstGeom>
          <a:noFill/>
          <a:ln w="9525">
            <a:noFill/>
            <a:miter lim="800000"/>
            <a:headEnd/>
            <a:tailEnd/>
          </a:ln>
        </p:spPr>
      </p:pic>
      <p:sp>
        <p:nvSpPr>
          <p:cNvPr id="55300" name="Title 1"/>
          <p:cNvSpPr>
            <a:spLocks noGrp="1"/>
          </p:cNvSpPr>
          <p:nvPr>
            <p:ph type="title"/>
          </p:nvPr>
        </p:nvSpPr>
        <p:spPr>
          <a:xfrm>
            <a:off x="381000" y="304800"/>
            <a:ext cx="8229600" cy="819150"/>
          </a:xfrm>
        </p:spPr>
        <p:txBody>
          <a:bodyPr/>
          <a:lstStyle/>
          <a:p>
            <a:r>
              <a:rPr lang="en-US" sz="4000" b="1">
                <a:latin typeface="Maiandra GD" pitchFamily="34" charset="0"/>
              </a:rPr>
              <a:t>Inserting at beginning</a:t>
            </a:r>
          </a:p>
        </p:txBody>
      </p:sp>
      <p:sp>
        <p:nvSpPr>
          <p:cNvPr id="2" name="Slide Number Placeholder 1"/>
          <p:cNvSpPr>
            <a:spLocks noGrp="1"/>
          </p:cNvSpPr>
          <p:nvPr>
            <p:ph type="sldNum" sz="quarter" idx="12"/>
          </p:nvPr>
        </p:nvSpPr>
        <p:spPr/>
        <p:txBody>
          <a:bodyPr/>
          <a:lstStyle/>
          <a:p>
            <a:pPr>
              <a:defRPr/>
            </a:pPr>
            <a:fld id="{B1F5A415-5ABD-4EDE-8DC3-17B3FD441FB3}" type="slidenum">
              <a:rPr lang="en-US" smtClean="0"/>
              <a:pPr>
                <a:defRPr/>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991600" cy="6477000"/>
          </a:xfrm>
        </p:spPr>
        <p:txBody>
          <a:bodyPr>
            <a:noAutofit/>
          </a:bodyPr>
          <a:lstStyle/>
          <a:p>
            <a:pPr>
              <a:buFont typeface="Arial" pitchFamily="34" charset="0"/>
              <a:buNone/>
              <a:defRPr/>
            </a:pPr>
            <a:r>
              <a:rPr lang="en-US" sz="2200" dirty="0">
                <a:latin typeface="Maiandra GD" pitchFamily="34" charset="0"/>
              </a:rPr>
              <a:t>void </a:t>
            </a:r>
            <a:r>
              <a:rPr lang="en-US" sz="2200" dirty="0" err="1">
                <a:latin typeface="Maiandra GD" pitchFamily="34" charset="0"/>
              </a:rPr>
              <a:t>insert_beg</a:t>
            </a:r>
            <a:r>
              <a:rPr lang="en-US" sz="2200" dirty="0">
                <a:latin typeface="Maiandra GD" pitchFamily="34" charset="0"/>
              </a:rPr>
              <a:t>(student  *p)</a:t>
            </a:r>
          </a:p>
          <a:p>
            <a:pPr>
              <a:buFont typeface="Arial" pitchFamily="34" charset="0"/>
              <a:buNone/>
              <a:defRPr/>
            </a:pPr>
            <a:r>
              <a:rPr lang="en-US" sz="2200" dirty="0">
                <a:latin typeface="Maiandra GD" pitchFamily="34" charset="0"/>
              </a:rPr>
              <a:t>{</a:t>
            </a:r>
          </a:p>
          <a:p>
            <a:pPr>
              <a:buFont typeface="Arial" pitchFamily="34" charset="0"/>
              <a:buNone/>
              <a:defRPr/>
            </a:pPr>
            <a:r>
              <a:rPr lang="en-US" sz="2200" dirty="0">
                <a:latin typeface="Maiandra GD" pitchFamily="34" charset="0"/>
              </a:rPr>
              <a:t>     if(start==NULL)</a:t>
            </a:r>
          </a:p>
          <a:p>
            <a:pPr>
              <a:buFont typeface="Arial" pitchFamily="34" charset="0"/>
              <a:buNone/>
              <a:defRPr/>
            </a:pPr>
            <a:r>
              <a:rPr lang="en-US" sz="2200" dirty="0">
                <a:latin typeface="Maiandra GD" pitchFamily="34" charset="0"/>
              </a:rPr>
              <a:t>     {</a:t>
            </a:r>
          </a:p>
          <a:p>
            <a:pPr>
              <a:buFont typeface="Arial" pitchFamily="34" charset="0"/>
              <a:buNone/>
              <a:defRPr/>
            </a:pPr>
            <a:r>
              <a:rPr lang="en-US" sz="2200" dirty="0">
                <a:latin typeface="Maiandra GD" pitchFamily="34" charset="0"/>
              </a:rPr>
              <a:t>       start=p;</a:t>
            </a:r>
          </a:p>
          <a:p>
            <a:pPr>
              <a:buFont typeface="Arial" pitchFamily="34" charset="0"/>
              <a:buNone/>
              <a:defRPr/>
            </a:pPr>
            <a:r>
              <a:rPr lang="en-US" sz="2200" dirty="0">
                <a:latin typeface="Maiandra GD" pitchFamily="34" charset="0"/>
              </a:rPr>
              <a:t>       </a:t>
            </a:r>
            <a:r>
              <a:rPr lang="en-US" sz="2200" dirty="0" err="1">
                <a:latin typeface="Maiandra GD" pitchFamily="34" charset="0"/>
              </a:rPr>
              <a:t>cout</a:t>
            </a:r>
            <a:r>
              <a:rPr lang="en-US" sz="2200" dirty="0">
                <a:latin typeface="Maiandra GD" pitchFamily="34" charset="0"/>
              </a:rPr>
              <a:t>&lt;&lt;"Node inserted successfully at the beginning";</a:t>
            </a:r>
          </a:p>
          <a:p>
            <a:pPr>
              <a:buFont typeface="Arial" pitchFamily="34" charset="0"/>
              <a:buNone/>
              <a:defRPr/>
            </a:pPr>
            <a:r>
              <a:rPr lang="en-US" sz="2200" dirty="0">
                <a:latin typeface="Maiandra GD" pitchFamily="34" charset="0"/>
              </a:rPr>
              <a:t>     }</a:t>
            </a:r>
          </a:p>
          <a:p>
            <a:pPr>
              <a:buFont typeface="Arial" pitchFamily="34" charset="0"/>
              <a:buNone/>
              <a:defRPr/>
            </a:pPr>
            <a:r>
              <a:rPr lang="en-US" sz="2200" dirty="0">
                <a:latin typeface="Maiandra GD" pitchFamily="34" charset="0"/>
              </a:rPr>
              <a:t>     else</a:t>
            </a:r>
          </a:p>
          <a:p>
            <a:pPr>
              <a:buFont typeface="Arial" pitchFamily="34" charset="0"/>
              <a:buNone/>
              <a:defRPr/>
            </a:pPr>
            <a:r>
              <a:rPr lang="en-US" sz="2200" dirty="0">
                <a:latin typeface="Maiandra GD" pitchFamily="34" charset="0"/>
              </a:rPr>
              <a:t>     {</a:t>
            </a:r>
          </a:p>
          <a:p>
            <a:pPr>
              <a:buFont typeface="Arial" pitchFamily="34" charset="0"/>
              <a:buNone/>
              <a:defRPr/>
            </a:pPr>
            <a:r>
              <a:rPr lang="en-US" sz="2200" dirty="0">
                <a:latin typeface="Maiandra GD" pitchFamily="34" charset="0"/>
              </a:rPr>
              <a:t>      student * temp=start;</a:t>
            </a:r>
          </a:p>
          <a:p>
            <a:pPr>
              <a:buFont typeface="Arial" pitchFamily="34" charset="0"/>
              <a:buNone/>
              <a:defRPr/>
            </a:pPr>
            <a:r>
              <a:rPr lang="en-US" sz="2200" dirty="0">
                <a:latin typeface="Maiandra GD" pitchFamily="34" charset="0"/>
              </a:rPr>
              <a:t>      start=p;</a:t>
            </a:r>
          </a:p>
          <a:p>
            <a:pPr>
              <a:buFont typeface="Arial" pitchFamily="34" charset="0"/>
              <a:buNone/>
              <a:defRPr/>
            </a:pPr>
            <a:r>
              <a:rPr lang="en-US" sz="2200" dirty="0">
                <a:latin typeface="Maiandra GD" pitchFamily="34" charset="0"/>
              </a:rPr>
              <a:t>      temp-&gt;previous=p;  </a:t>
            </a:r>
            <a:r>
              <a:rPr lang="en-US" sz="2200" dirty="0">
                <a:solidFill>
                  <a:srgbClr val="FF0000"/>
                </a:solidFill>
                <a:latin typeface="Maiandra GD" pitchFamily="34" charset="0"/>
              </a:rPr>
              <a:t>/</a:t>
            </a:r>
            <a:r>
              <a:rPr lang="en-US" sz="1800" dirty="0">
                <a:solidFill>
                  <a:srgbClr val="FF0000"/>
                </a:solidFill>
                <a:latin typeface="Maiandra GD" pitchFamily="34" charset="0"/>
              </a:rPr>
              <a:t>/making 1</a:t>
            </a:r>
            <a:r>
              <a:rPr lang="en-US" sz="1800" baseline="30000" dirty="0">
                <a:solidFill>
                  <a:srgbClr val="FF0000"/>
                </a:solidFill>
                <a:latin typeface="Maiandra GD" pitchFamily="34" charset="0"/>
              </a:rPr>
              <a:t>st</a:t>
            </a:r>
            <a:r>
              <a:rPr lang="en-US" sz="1800" dirty="0">
                <a:solidFill>
                  <a:srgbClr val="FF0000"/>
                </a:solidFill>
                <a:latin typeface="Maiandra GD" pitchFamily="34" charset="0"/>
              </a:rPr>
              <a:t> node’s previous point to the new node</a:t>
            </a:r>
            <a:endParaRPr lang="en-US" sz="2200" dirty="0">
              <a:solidFill>
                <a:schemeClr val="accent1">
                  <a:lumMod val="75000"/>
                </a:schemeClr>
              </a:solidFill>
              <a:latin typeface="Maiandra GD" pitchFamily="34" charset="0"/>
            </a:endParaRPr>
          </a:p>
          <a:p>
            <a:pPr>
              <a:buFont typeface="Arial" pitchFamily="34" charset="0"/>
              <a:buNone/>
              <a:defRPr/>
            </a:pPr>
            <a:r>
              <a:rPr lang="en-US" sz="2200" dirty="0">
                <a:solidFill>
                  <a:schemeClr val="accent1">
                    <a:lumMod val="75000"/>
                  </a:schemeClr>
                </a:solidFill>
                <a:latin typeface="Maiandra GD" pitchFamily="34" charset="0"/>
              </a:rPr>
              <a:t>      </a:t>
            </a:r>
            <a:r>
              <a:rPr lang="en-US" sz="2200" b="1" dirty="0">
                <a:solidFill>
                  <a:schemeClr val="accent1">
                    <a:lumMod val="75000"/>
                  </a:schemeClr>
                </a:solidFill>
                <a:latin typeface="Maiandra GD" pitchFamily="34" charset="0"/>
              </a:rPr>
              <a:t>p-&gt;next=temp;</a:t>
            </a:r>
            <a:r>
              <a:rPr lang="en-US" sz="2200" dirty="0">
                <a:solidFill>
                  <a:schemeClr val="accent1">
                    <a:lumMod val="75000"/>
                  </a:schemeClr>
                </a:solidFill>
                <a:latin typeface="Maiandra GD" pitchFamily="34" charset="0"/>
              </a:rPr>
              <a:t> </a:t>
            </a:r>
            <a:r>
              <a:rPr lang="en-US" sz="2000" dirty="0">
                <a:solidFill>
                  <a:srgbClr val="FF0000"/>
                </a:solidFill>
                <a:latin typeface="Maiandra GD" pitchFamily="34" charset="0"/>
              </a:rPr>
              <a:t>//making next of the new node point to the 1st node</a:t>
            </a:r>
            <a:endParaRPr lang="en-US" sz="2200" dirty="0">
              <a:solidFill>
                <a:schemeClr val="accent1">
                  <a:lumMod val="75000"/>
                </a:schemeClr>
              </a:solidFill>
              <a:latin typeface="Maiandra GD" pitchFamily="34" charset="0"/>
            </a:endParaRPr>
          </a:p>
          <a:p>
            <a:pPr>
              <a:buFont typeface="Arial" pitchFamily="34" charset="0"/>
              <a:buNone/>
              <a:defRPr/>
            </a:pPr>
            <a:r>
              <a:rPr lang="en-US" sz="2200" dirty="0">
                <a:solidFill>
                  <a:schemeClr val="accent1">
                    <a:lumMod val="75000"/>
                  </a:schemeClr>
                </a:solidFill>
                <a:latin typeface="Maiandra GD" pitchFamily="34" charset="0"/>
              </a:rPr>
              <a:t>      </a:t>
            </a:r>
            <a:r>
              <a:rPr lang="en-US" sz="2200" b="1" dirty="0" err="1">
                <a:solidFill>
                  <a:schemeClr val="accent1">
                    <a:lumMod val="75000"/>
                  </a:schemeClr>
                </a:solidFill>
                <a:latin typeface="Maiandra GD" pitchFamily="34" charset="0"/>
              </a:rPr>
              <a:t>cout</a:t>
            </a:r>
            <a:r>
              <a:rPr lang="en-US" sz="2200" b="1" dirty="0">
                <a:solidFill>
                  <a:schemeClr val="accent1">
                    <a:lumMod val="75000"/>
                  </a:schemeClr>
                </a:solidFill>
                <a:latin typeface="Maiandra GD" pitchFamily="34" charset="0"/>
              </a:rPr>
              <a:t>&lt;&lt;"\</a:t>
            </a:r>
            <a:r>
              <a:rPr lang="en-US" sz="2200" b="1" dirty="0" err="1">
                <a:solidFill>
                  <a:schemeClr val="accent1">
                    <a:lumMod val="75000"/>
                  </a:schemeClr>
                </a:solidFill>
                <a:latin typeface="Maiandra GD" pitchFamily="34" charset="0"/>
              </a:rPr>
              <a:t>nNode</a:t>
            </a:r>
            <a:r>
              <a:rPr lang="en-US" sz="2200" b="1" dirty="0">
                <a:solidFill>
                  <a:schemeClr val="accent1">
                    <a:lumMod val="75000"/>
                  </a:schemeClr>
                </a:solidFill>
                <a:latin typeface="Maiandra GD" pitchFamily="34" charset="0"/>
              </a:rPr>
              <a:t> inserted successfully at the beginning\n";</a:t>
            </a:r>
          </a:p>
          <a:p>
            <a:pPr>
              <a:buFont typeface="Arial" pitchFamily="34" charset="0"/>
              <a:buNone/>
              <a:defRPr/>
            </a:pPr>
            <a:r>
              <a:rPr lang="en-US" sz="2200" dirty="0">
                <a:latin typeface="Maiandra GD" pitchFamily="34" charset="0"/>
              </a:rPr>
              <a:t>   }</a:t>
            </a:r>
          </a:p>
          <a:p>
            <a:pPr>
              <a:buFont typeface="Arial" pitchFamily="34" charset="0"/>
              <a:buNone/>
              <a:defRPr/>
            </a:pPr>
            <a:r>
              <a:rPr lang="en-US" sz="2200" dirty="0">
                <a:latin typeface="Maiandra GD" pitchFamily="34" charset="0"/>
              </a:rPr>
              <a:t>}</a:t>
            </a:r>
          </a:p>
          <a:p>
            <a:pPr>
              <a:defRPr/>
            </a:pPr>
            <a:endParaRPr lang="en-US" sz="2200" dirty="0">
              <a:latin typeface="Maiandra GD" pitchFamily="34" charset="0"/>
            </a:endParaRPr>
          </a:p>
        </p:txBody>
      </p:sp>
      <p:sp>
        <p:nvSpPr>
          <p:cNvPr id="2" name="Slide Number Placeholder 1"/>
          <p:cNvSpPr>
            <a:spLocks noGrp="1"/>
          </p:cNvSpPr>
          <p:nvPr>
            <p:ph type="sldNum" sz="quarter" idx="12"/>
          </p:nvPr>
        </p:nvSpPr>
        <p:spPr/>
        <p:txBody>
          <a:bodyPr/>
          <a:lstStyle/>
          <a:p>
            <a:pPr>
              <a:defRPr/>
            </a:pPr>
            <a:fld id="{FD731034-2E0A-46A9-A2C7-16C00D474627}" type="slidenum">
              <a:rPr lang="en-US" smtClean="0"/>
              <a:pPr>
                <a:defRPr/>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0"/>
          <p:cNvPicPr>
            <a:picLocks noChangeAspect="1" noChangeArrowheads="1"/>
          </p:cNvPicPr>
          <p:nvPr/>
        </p:nvPicPr>
        <p:blipFill>
          <a:blip r:embed="rId2"/>
          <a:srcRect/>
          <a:stretch>
            <a:fillRect/>
          </a:stretch>
        </p:blipFill>
        <p:spPr bwMode="auto">
          <a:xfrm>
            <a:off x="533400" y="990600"/>
            <a:ext cx="7848600" cy="2057400"/>
          </a:xfrm>
          <a:prstGeom prst="rect">
            <a:avLst/>
          </a:prstGeom>
          <a:noFill/>
          <a:ln w="9525">
            <a:noFill/>
            <a:miter lim="800000"/>
            <a:headEnd/>
            <a:tailEnd/>
          </a:ln>
        </p:spPr>
      </p:pic>
      <p:grpSp>
        <p:nvGrpSpPr>
          <p:cNvPr id="57347" name="Group 22"/>
          <p:cNvGrpSpPr>
            <a:grpSpLocks/>
          </p:cNvGrpSpPr>
          <p:nvPr/>
        </p:nvGrpSpPr>
        <p:grpSpPr bwMode="auto">
          <a:xfrm>
            <a:off x="838200" y="3505200"/>
            <a:ext cx="7391400" cy="2513013"/>
            <a:chOff x="2200" y="2931"/>
            <a:chExt cx="3084" cy="1103"/>
          </a:xfrm>
        </p:grpSpPr>
        <p:pic>
          <p:nvPicPr>
            <p:cNvPr id="57350" name="Picture 18"/>
            <p:cNvPicPr>
              <a:picLocks noChangeAspect="1" noChangeArrowheads="1"/>
            </p:cNvPicPr>
            <p:nvPr/>
          </p:nvPicPr>
          <p:blipFill>
            <a:blip r:embed="rId3"/>
            <a:srcRect/>
            <a:stretch>
              <a:fillRect/>
            </a:stretch>
          </p:blipFill>
          <p:spPr bwMode="auto">
            <a:xfrm>
              <a:off x="2200" y="2931"/>
              <a:ext cx="3084" cy="1103"/>
            </a:xfrm>
            <a:prstGeom prst="rect">
              <a:avLst/>
            </a:prstGeom>
            <a:noFill/>
            <a:ln w="9525">
              <a:noFill/>
              <a:miter lim="800000"/>
              <a:headEnd/>
              <a:tailEnd/>
            </a:ln>
          </p:spPr>
        </p:pic>
        <p:pic>
          <p:nvPicPr>
            <p:cNvPr id="57351" name="Picture 21"/>
            <p:cNvPicPr>
              <a:picLocks noChangeAspect="1" noChangeArrowheads="1"/>
            </p:cNvPicPr>
            <p:nvPr/>
          </p:nvPicPr>
          <p:blipFill>
            <a:blip r:embed="rId4"/>
            <a:srcRect/>
            <a:stretch>
              <a:fillRect/>
            </a:stretch>
          </p:blipFill>
          <p:spPr bwMode="auto">
            <a:xfrm>
              <a:off x="4740" y="2976"/>
              <a:ext cx="204" cy="168"/>
            </a:xfrm>
            <a:prstGeom prst="rect">
              <a:avLst/>
            </a:prstGeom>
            <a:noFill/>
            <a:ln w="9525">
              <a:noFill/>
              <a:miter lim="800000"/>
              <a:headEnd/>
              <a:tailEnd/>
            </a:ln>
          </p:spPr>
        </p:pic>
      </p:grpSp>
      <p:sp>
        <p:nvSpPr>
          <p:cNvPr id="57348" name="Title 1"/>
          <p:cNvSpPr>
            <a:spLocks noGrp="1"/>
          </p:cNvSpPr>
          <p:nvPr>
            <p:ph type="title"/>
          </p:nvPr>
        </p:nvSpPr>
        <p:spPr>
          <a:xfrm>
            <a:off x="304800" y="152400"/>
            <a:ext cx="8229600" cy="742950"/>
          </a:xfrm>
        </p:spPr>
        <p:txBody>
          <a:bodyPr/>
          <a:lstStyle/>
          <a:p>
            <a:r>
              <a:rPr lang="en-US" sz="4000" b="1">
                <a:latin typeface="Maiandra GD" pitchFamily="34" charset="0"/>
              </a:rPr>
              <a:t>Inserting at the end</a:t>
            </a:r>
          </a:p>
        </p:txBody>
      </p:sp>
      <p:sp>
        <p:nvSpPr>
          <p:cNvPr id="3" name="Slide Number Placeholder 2"/>
          <p:cNvSpPr>
            <a:spLocks noGrp="1"/>
          </p:cNvSpPr>
          <p:nvPr>
            <p:ph type="sldNum" sz="quarter" idx="12"/>
          </p:nvPr>
        </p:nvSpPr>
        <p:spPr/>
        <p:txBody>
          <a:bodyPr/>
          <a:lstStyle/>
          <a:p>
            <a:pPr>
              <a:defRPr/>
            </a:pPr>
            <a:fld id="{AE65C4F4-A1F6-4307-B0BF-CA8DE479D1B0}" type="slidenum">
              <a:rPr lang="en-US" smtClean="0"/>
              <a:pPr>
                <a:defRPr/>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8610600" cy="6781800"/>
          </a:xfrm>
        </p:spPr>
        <p:txBody>
          <a:bodyPr>
            <a:noAutofit/>
          </a:bodyPr>
          <a:lstStyle/>
          <a:p>
            <a:pPr marL="182880">
              <a:spcBef>
                <a:spcPts val="0"/>
              </a:spcBef>
              <a:buFont typeface="Arial" pitchFamily="34" charset="0"/>
              <a:buNone/>
              <a:defRPr/>
            </a:pPr>
            <a:r>
              <a:rPr lang="en-US" sz="2300" dirty="0">
                <a:latin typeface="Maiandra GD" pitchFamily="34" charset="0"/>
              </a:rPr>
              <a:t>void </a:t>
            </a:r>
            <a:r>
              <a:rPr lang="en-US" sz="2300" dirty="0" err="1">
                <a:latin typeface="Maiandra GD" pitchFamily="34" charset="0"/>
              </a:rPr>
              <a:t>insert_end</a:t>
            </a:r>
            <a:r>
              <a:rPr lang="en-US" sz="2300" dirty="0">
                <a:latin typeface="Maiandra GD" pitchFamily="34" charset="0"/>
              </a:rPr>
              <a:t>(student *p)</a:t>
            </a:r>
          </a:p>
          <a:p>
            <a:pPr marL="182880">
              <a:spcBef>
                <a:spcPts val="0"/>
              </a:spcBef>
              <a:buFont typeface="Arial" pitchFamily="34" charset="0"/>
              <a:buNone/>
              <a:defRPr/>
            </a:pPr>
            <a:r>
              <a:rPr lang="en-US" sz="2300" dirty="0">
                <a:latin typeface="Maiandra GD" pitchFamily="34" charset="0"/>
              </a:rPr>
              <a:t>{</a:t>
            </a:r>
          </a:p>
          <a:p>
            <a:pPr marL="182880">
              <a:spcBef>
                <a:spcPts val="0"/>
              </a:spcBef>
              <a:buFont typeface="Arial" pitchFamily="34" charset="0"/>
              <a:buNone/>
              <a:defRPr/>
            </a:pPr>
            <a:r>
              <a:rPr lang="en-US" sz="2300" dirty="0">
                <a:latin typeface="Maiandra GD" pitchFamily="34" charset="0"/>
              </a:rPr>
              <a:t>     if(start==NULL)</a:t>
            </a:r>
          </a:p>
          <a:p>
            <a:pPr marL="182880">
              <a:spcBef>
                <a:spcPts val="0"/>
              </a:spcBef>
              <a:buFont typeface="Arial" pitchFamily="34" charset="0"/>
              <a:buNone/>
              <a:defRPr/>
            </a:pPr>
            <a:r>
              <a:rPr lang="en-US" sz="2300" dirty="0">
                <a:latin typeface="Maiandra GD" pitchFamily="34" charset="0"/>
              </a:rPr>
              <a:t>     {</a:t>
            </a:r>
          </a:p>
          <a:p>
            <a:pPr marL="182880">
              <a:spcBef>
                <a:spcPts val="0"/>
              </a:spcBef>
              <a:buFont typeface="Arial" pitchFamily="34" charset="0"/>
              <a:buNone/>
              <a:defRPr/>
            </a:pPr>
            <a:r>
              <a:rPr lang="en-US" sz="2300" dirty="0">
                <a:latin typeface="Maiandra GD" pitchFamily="34" charset="0"/>
              </a:rPr>
              <a:t>        start=p;</a:t>
            </a:r>
          </a:p>
          <a:p>
            <a:pPr marL="182880">
              <a:spcBef>
                <a:spcPts val="0"/>
              </a:spcBef>
              <a:buFont typeface="Arial" pitchFamily="34" charset="0"/>
              <a:buNone/>
              <a:defRPr/>
            </a:pPr>
            <a:r>
              <a:rPr lang="en-US" sz="2300" dirty="0">
                <a:latin typeface="Maiandra GD" pitchFamily="34" charset="0"/>
              </a:rPr>
              <a:t>        </a:t>
            </a:r>
            <a:r>
              <a:rPr lang="en-US" sz="2300" dirty="0" err="1">
                <a:latin typeface="Maiandra GD" pitchFamily="34" charset="0"/>
              </a:rPr>
              <a:t>cout</a:t>
            </a:r>
            <a:r>
              <a:rPr lang="en-US" sz="2300" dirty="0">
                <a:latin typeface="Maiandra GD" pitchFamily="34" charset="0"/>
              </a:rPr>
              <a:t>&lt;&lt;"\</a:t>
            </a:r>
            <a:r>
              <a:rPr lang="en-US" sz="2300" dirty="0" err="1">
                <a:latin typeface="Maiandra GD" pitchFamily="34" charset="0"/>
              </a:rPr>
              <a:t>nNode</a:t>
            </a:r>
            <a:r>
              <a:rPr lang="en-US" sz="2300" dirty="0">
                <a:latin typeface="Maiandra GD" pitchFamily="34" charset="0"/>
              </a:rPr>
              <a:t> inserted successfully at the end";</a:t>
            </a:r>
          </a:p>
          <a:p>
            <a:pPr marL="182880">
              <a:spcBef>
                <a:spcPts val="0"/>
              </a:spcBef>
              <a:buFont typeface="Arial" pitchFamily="34" charset="0"/>
              <a:buNone/>
              <a:defRPr/>
            </a:pPr>
            <a:r>
              <a:rPr lang="en-US" sz="2300" dirty="0">
                <a:latin typeface="Maiandra GD" pitchFamily="34" charset="0"/>
              </a:rPr>
              <a:t>     }</a:t>
            </a:r>
          </a:p>
          <a:p>
            <a:pPr marL="182880">
              <a:spcBef>
                <a:spcPts val="0"/>
              </a:spcBef>
              <a:buFont typeface="Arial" pitchFamily="34" charset="0"/>
              <a:buNone/>
              <a:defRPr/>
            </a:pPr>
            <a:r>
              <a:rPr lang="en-US" sz="2300" dirty="0">
                <a:latin typeface="Maiandra GD" pitchFamily="34" charset="0"/>
              </a:rPr>
              <a:t>     else</a:t>
            </a:r>
          </a:p>
          <a:p>
            <a:pPr marL="182880">
              <a:spcBef>
                <a:spcPts val="0"/>
              </a:spcBef>
              <a:buFont typeface="Arial" pitchFamily="34" charset="0"/>
              <a:buNone/>
              <a:defRPr/>
            </a:pPr>
            <a:r>
              <a:rPr lang="en-US" sz="2300" dirty="0">
                <a:latin typeface="Maiandra GD" pitchFamily="34" charset="0"/>
              </a:rPr>
              <a:t>     {</a:t>
            </a:r>
          </a:p>
          <a:p>
            <a:pPr marL="182880">
              <a:spcBef>
                <a:spcPts val="0"/>
              </a:spcBef>
              <a:buFont typeface="Arial" pitchFamily="34" charset="0"/>
              <a:buNone/>
              <a:defRPr/>
            </a:pPr>
            <a:r>
              <a:rPr lang="en-US" sz="2300" dirty="0">
                <a:latin typeface="Maiandra GD" pitchFamily="34" charset="0"/>
              </a:rPr>
              <a:t>         student *temp=start;</a:t>
            </a:r>
          </a:p>
          <a:p>
            <a:pPr marL="182880">
              <a:spcBef>
                <a:spcPts val="0"/>
              </a:spcBef>
              <a:buFont typeface="Arial" pitchFamily="34" charset="0"/>
              <a:buNone/>
              <a:defRPr/>
            </a:pPr>
            <a:r>
              <a:rPr lang="en-US" sz="2300" dirty="0">
                <a:latin typeface="Maiandra GD" pitchFamily="34" charset="0"/>
              </a:rPr>
              <a:t>	       while(temp-&gt;next!=NULL)</a:t>
            </a:r>
          </a:p>
          <a:p>
            <a:pPr marL="182880">
              <a:spcBef>
                <a:spcPts val="0"/>
              </a:spcBef>
              <a:buFont typeface="Arial" pitchFamily="34" charset="0"/>
              <a:buNone/>
              <a:defRPr/>
            </a:pPr>
            <a:r>
              <a:rPr lang="en-US" sz="2300" dirty="0">
                <a:latin typeface="Maiandra GD" pitchFamily="34" charset="0"/>
              </a:rPr>
              <a:t>	        {</a:t>
            </a:r>
          </a:p>
          <a:p>
            <a:pPr marL="182880">
              <a:spcBef>
                <a:spcPts val="0"/>
              </a:spcBef>
              <a:buFont typeface="Arial" pitchFamily="34" charset="0"/>
              <a:buNone/>
              <a:defRPr/>
            </a:pPr>
            <a:r>
              <a:rPr lang="en-US" sz="2300" dirty="0">
                <a:latin typeface="Maiandra GD" pitchFamily="34" charset="0"/>
              </a:rPr>
              <a:t>	          temp=temp-&gt;next;</a:t>
            </a:r>
          </a:p>
          <a:p>
            <a:pPr marL="182880">
              <a:spcBef>
                <a:spcPts val="0"/>
              </a:spcBef>
              <a:buFont typeface="Arial" pitchFamily="34" charset="0"/>
              <a:buNone/>
              <a:defRPr/>
            </a:pPr>
            <a:r>
              <a:rPr lang="en-US" sz="2300" dirty="0">
                <a:latin typeface="Maiandra GD" pitchFamily="34" charset="0"/>
              </a:rPr>
              <a:t>	        }</a:t>
            </a:r>
          </a:p>
          <a:p>
            <a:pPr marL="182880" indent="0">
              <a:spcBef>
                <a:spcPts val="0"/>
              </a:spcBef>
              <a:buFont typeface="Arial" pitchFamily="34" charset="0"/>
              <a:buNone/>
              <a:defRPr/>
            </a:pPr>
            <a:r>
              <a:rPr lang="en-US" sz="2300" dirty="0">
                <a:latin typeface="Maiandra GD" pitchFamily="34" charset="0"/>
              </a:rPr>
              <a:t>         temp-&gt;next=p;</a:t>
            </a:r>
          </a:p>
          <a:p>
            <a:pPr marL="182880" indent="0">
              <a:spcBef>
                <a:spcPts val="0"/>
              </a:spcBef>
              <a:buFont typeface="Arial" pitchFamily="34" charset="0"/>
              <a:buNone/>
              <a:defRPr/>
            </a:pPr>
            <a:r>
              <a:rPr lang="en-US" sz="2300" dirty="0">
                <a:latin typeface="Maiandra GD" pitchFamily="34" charset="0"/>
              </a:rPr>
              <a:t>         p-&gt;previous=temp;</a:t>
            </a:r>
          </a:p>
          <a:p>
            <a:pPr marL="182880" indent="0">
              <a:spcBef>
                <a:spcPts val="0"/>
              </a:spcBef>
              <a:buFont typeface="Arial" pitchFamily="34" charset="0"/>
              <a:buNone/>
              <a:defRPr/>
            </a:pPr>
            <a:r>
              <a:rPr lang="en-US" sz="2300" dirty="0">
                <a:latin typeface="Maiandra GD" pitchFamily="34" charset="0"/>
              </a:rPr>
              <a:t>         </a:t>
            </a:r>
            <a:r>
              <a:rPr lang="en-US" sz="2300" dirty="0" err="1">
                <a:latin typeface="Maiandra GD" pitchFamily="34" charset="0"/>
              </a:rPr>
              <a:t>cout</a:t>
            </a:r>
            <a:r>
              <a:rPr lang="en-US" sz="2300" dirty="0">
                <a:latin typeface="Maiandra GD" pitchFamily="34" charset="0"/>
              </a:rPr>
              <a:t>&lt;&lt;"\</a:t>
            </a:r>
            <a:r>
              <a:rPr lang="en-US" sz="2300" dirty="0" err="1">
                <a:latin typeface="Maiandra GD" pitchFamily="34" charset="0"/>
              </a:rPr>
              <a:t>nNode</a:t>
            </a:r>
            <a:r>
              <a:rPr lang="en-US" sz="2300" dirty="0">
                <a:latin typeface="Maiandra GD" pitchFamily="34" charset="0"/>
              </a:rPr>
              <a:t> inserted successfully at the end\n";</a:t>
            </a:r>
          </a:p>
          <a:p>
            <a:pPr marL="182880" indent="0">
              <a:spcBef>
                <a:spcPts val="0"/>
              </a:spcBef>
              <a:buFont typeface="Arial" pitchFamily="34" charset="0"/>
              <a:buNone/>
              <a:defRPr/>
            </a:pPr>
            <a:r>
              <a:rPr lang="en-US" sz="2300" dirty="0">
                <a:latin typeface="Maiandra GD" pitchFamily="34" charset="0"/>
              </a:rPr>
              <a:t>     }</a:t>
            </a:r>
          </a:p>
          <a:p>
            <a:pPr marL="182880" indent="0">
              <a:spcBef>
                <a:spcPts val="0"/>
              </a:spcBef>
              <a:buFont typeface="Arial" pitchFamily="34" charset="0"/>
              <a:buNone/>
              <a:defRPr/>
            </a:pPr>
            <a:r>
              <a:rPr lang="en-US" sz="2300" dirty="0">
                <a:latin typeface="Maiandra GD" pitchFamily="34" charset="0"/>
              </a:rPr>
              <a:t>}</a:t>
            </a:r>
          </a:p>
        </p:txBody>
      </p:sp>
      <p:sp>
        <p:nvSpPr>
          <p:cNvPr id="2" name="Slide Number Placeholder 1"/>
          <p:cNvSpPr>
            <a:spLocks noGrp="1"/>
          </p:cNvSpPr>
          <p:nvPr>
            <p:ph type="sldNum" sz="quarter" idx="12"/>
          </p:nvPr>
        </p:nvSpPr>
        <p:spPr/>
        <p:txBody>
          <a:bodyPr/>
          <a:lstStyle/>
          <a:p>
            <a:pPr>
              <a:defRPr/>
            </a:pPr>
            <a:fld id="{D5AC6E48-5207-4CEF-9533-28F480ABF7EF}" type="slidenum">
              <a:rPr lang="en-US" smtClean="0"/>
              <a:pPr>
                <a:defRPr/>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5" descr="dl3.png"/>
          <p:cNvPicPr>
            <a:picLocks noChangeAspect="1"/>
          </p:cNvPicPr>
          <p:nvPr/>
        </p:nvPicPr>
        <p:blipFill>
          <a:blip r:embed="rId2"/>
          <a:srcRect/>
          <a:stretch>
            <a:fillRect/>
          </a:stretch>
        </p:blipFill>
        <p:spPr bwMode="auto">
          <a:xfrm>
            <a:off x="685800" y="1066800"/>
            <a:ext cx="6907213" cy="1676400"/>
          </a:xfrm>
          <a:prstGeom prst="rect">
            <a:avLst/>
          </a:prstGeom>
          <a:noFill/>
          <a:ln w="9525">
            <a:noFill/>
            <a:miter lim="800000"/>
            <a:headEnd/>
            <a:tailEnd/>
          </a:ln>
        </p:spPr>
      </p:pic>
      <p:sp>
        <p:nvSpPr>
          <p:cNvPr id="59395" name="TextBox 6"/>
          <p:cNvSpPr txBox="1">
            <a:spLocks noChangeArrowheads="1"/>
          </p:cNvSpPr>
          <p:nvPr/>
        </p:nvSpPr>
        <p:spPr bwMode="auto">
          <a:xfrm>
            <a:off x="685800" y="2819400"/>
            <a:ext cx="8001000" cy="954088"/>
          </a:xfrm>
          <a:prstGeom prst="rect">
            <a:avLst/>
          </a:prstGeom>
          <a:noFill/>
          <a:ln w="9525">
            <a:noFill/>
            <a:miter lim="800000"/>
            <a:headEnd/>
            <a:tailEnd/>
          </a:ln>
        </p:spPr>
        <p:txBody>
          <a:bodyPr>
            <a:spAutoFit/>
          </a:bodyPr>
          <a:lstStyle/>
          <a:p>
            <a:r>
              <a:rPr lang="en-US" sz="2800">
                <a:solidFill>
                  <a:srgbClr val="FF0000"/>
                </a:solidFill>
                <a:latin typeface="Maiandra GD" pitchFamily="34" charset="0"/>
              </a:rPr>
              <a:t>Making next and previous pointer of the node to be inserted point accordingly</a:t>
            </a:r>
          </a:p>
        </p:txBody>
      </p:sp>
      <p:pic>
        <p:nvPicPr>
          <p:cNvPr id="59396" name="Picture 8"/>
          <p:cNvPicPr>
            <a:picLocks noChangeAspect="1" noChangeArrowheads="1"/>
          </p:cNvPicPr>
          <p:nvPr/>
        </p:nvPicPr>
        <p:blipFill>
          <a:blip r:embed="rId3"/>
          <a:srcRect/>
          <a:stretch>
            <a:fillRect/>
          </a:stretch>
        </p:blipFill>
        <p:spPr bwMode="auto">
          <a:xfrm>
            <a:off x="1219200" y="3962400"/>
            <a:ext cx="6781800" cy="1600200"/>
          </a:xfrm>
          <a:prstGeom prst="rect">
            <a:avLst/>
          </a:prstGeom>
          <a:noFill/>
          <a:ln w="9525">
            <a:noFill/>
            <a:miter lim="800000"/>
            <a:headEnd/>
            <a:tailEnd/>
          </a:ln>
        </p:spPr>
      </p:pic>
      <p:sp>
        <p:nvSpPr>
          <p:cNvPr id="59397" name="TextBox 8"/>
          <p:cNvSpPr txBox="1">
            <a:spLocks noChangeArrowheads="1"/>
          </p:cNvSpPr>
          <p:nvPr/>
        </p:nvSpPr>
        <p:spPr bwMode="auto">
          <a:xfrm>
            <a:off x="609600" y="5638800"/>
            <a:ext cx="7924800" cy="954107"/>
          </a:xfrm>
          <a:prstGeom prst="rect">
            <a:avLst/>
          </a:prstGeom>
          <a:noFill/>
          <a:ln w="9525">
            <a:noFill/>
            <a:miter lim="800000"/>
            <a:headEnd/>
            <a:tailEnd/>
          </a:ln>
        </p:spPr>
        <p:txBody>
          <a:bodyPr>
            <a:spAutoFit/>
          </a:bodyPr>
          <a:lstStyle/>
          <a:p>
            <a:r>
              <a:rPr lang="en-US" sz="2800" dirty="0">
                <a:solidFill>
                  <a:srgbClr val="FF0000"/>
                </a:solidFill>
                <a:latin typeface="Maiandra GD" pitchFamily="34" charset="0"/>
              </a:rPr>
              <a:t>Adjusting the next and previous pointers of the nodes between which the new node accordingly</a:t>
            </a:r>
          </a:p>
        </p:txBody>
      </p:sp>
      <p:sp>
        <p:nvSpPr>
          <p:cNvPr id="59398" name="Title 1"/>
          <p:cNvSpPr>
            <a:spLocks noGrp="1"/>
          </p:cNvSpPr>
          <p:nvPr>
            <p:ph type="title"/>
          </p:nvPr>
        </p:nvSpPr>
        <p:spPr>
          <a:xfrm>
            <a:off x="304800" y="228600"/>
            <a:ext cx="8229600" cy="762000"/>
          </a:xfrm>
        </p:spPr>
        <p:txBody>
          <a:bodyPr/>
          <a:lstStyle/>
          <a:p>
            <a:r>
              <a:rPr lang="en-US" sz="4000" b="1">
                <a:latin typeface="Maiandra GD" pitchFamily="34" charset="0"/>
              </a:rPr>
              <a:t>Inserting after a node</a:t>
            </a:r>
          </a:p>
        </p:txBody>
      </p:sp>
      <p:sp>
        <p:nvSpPr>
          <p:cNvPr id="2" name="Slide Number Placeholder 1"/>
          <p:cNvSpPr>
            <a:spLocks noGrp="1"/>
          </p:cNvSpPr>
          <p:nvPr>
            <p:ph type="sldNum" sz="quarter" idx="12"/>
          </p:nvPr>
        </p:nvSpPr>
        <p:spPr/>
        <p:txBody>
          <a:bodyPr/>
          <a:lstStyle/>
          <a:p>
            <a:pPr>
              <a:defRPr/>
            </a:pPr>
            <a:fld id="{F8C56E73-EFD7-407A-A702-A73F201E004F}" type="slidenum">
              <a:rPr lang="en-US" smtClean="0"/>
              <a:pPr>
                <a:defRPr/>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fontScale="92500" lnSpcReduction="10000"/>
          </a:bodyPr>
          <a:lstStyle/>
          <a:p>
            <a:pPr>
              <a:buFont typeface="Arial" pitchFamily="34" charset="0"/>
              <a:buNone/>
              <a:defRPr/>
            </a:pPr>
            <a:r>
              <a:rPr lang="en-US" sz="2800" dirty="0">
                <a:latin typeface="Maiandra GD" pitchFamily="34" charset="0"/>
              </a:rPr>
              <a:t>void </a:t>
            </a:r>
            <a:r>
              <a:rPr lang="en-US" sz="2800" dirty="0" err="1">
                <a:latin typeface="Maiandra GD" pitchFamily="34" charset="0"/>
              </a:rPr>
              <a:t>insert_after</a:t>
            </a:r>
            <a:r>
              <a:rPr lang="en-US" sz="2800" dirty="0">
                <a:latin typeface="Maiandra GD" pitchFamily="34" charset="0"/>
              </a:rPr>
              <a:t>(</a:t>
            </a:r>
            <a:r>
              <a:rPr lang="en-US" sz="2800" dirty="0" err="1">
                <a:latin typeface="Maiandra GD" pitchFamily="34" charset="0"/>
              </a:rPr>
              <a:t>int</a:t>
            </a:r>
            <a:r>
              <a:rPr lang="en-US" sz="2800" dirty="0">
                <a:latin typeface="Maiandra GD" pitchFamily="34" charset="0"/>
              </a:rPr>
              <a:t> c, node *p)</a:t>
            </a:r>
          </a:p>
          <a:p>
            <a:pPr>
              <a:buFont typeface="Arial" pitchFamily="34" charset="0"/>
              <a:buNone/>
              <a:defRPr/>
            </a:pPr>
            <a:r>
              <a:rPr lang="en-US" sz="2800" dirty="0">
                <a:latin typeface="Maiandra GD" pitchFamily="34" charset="0"/>
              </a:rPr>
              <a:t>{</a:t>
            </a:r>
          </a:p>
          <a:p>
            <a:pPr>
              <a:buFont typeface="Arial" pitchFamily="34" charset="0"/>
              <a:buNone/>
              <a:defRPr/>
            </a:pPr>
            <a:r>
              <a:rPr lang="en-US" sz="2800" dirty="0">
                <a:latin typeface="Maiandra GD" pitchFamily="34" charset="0"/>
              </a:rPr>
              <a:t>     temp=start;</a:t>
            </a:r>
          </a:p>
          <a:p>
            <a:pPr>
              <a:buFont typeface="Arial" pitchFamily="34" charset="0"/>
              <a:buNone/>
              <a:defRPr/>
            </a:pPr>
            <a:r>
              <a:rPr lang="en-US" sz="2800" dirty="0">
                <a:latin typeface="Maiandra GD" pitchFamily="34" charset="0"/>
              </a:rPr>
              <a:t>     for(</a:t>
            </a:r>
            <a:r>
              <a:rPr lang="en-US" sz="2800" dirty="0" err="1">
                <a:latin typeface="Maiandra GD" pitchFamily="34" charset="0"/>
              </a:rPr>
              <a:t>int</a:t>
            </a:r>
            <a:r>
              <a:rPr lang="en-US" sz="2800" dirty="0">
                <a:latin typeface="Maiandra GD" pitchFamily="34" charset="0"/>
              </a:rPr>
              <a:t> </a:t>
            </a:r>
            <a:r>
              <a:rPr lang="en-US" sz="2800" dirty="0" err="1">
                <a:latin typeface="Maiandra GD" pitchFamily="34" charset="0"/>
              </a:rPr>
              <a:t>i</a:t>
            </a:r>
            <a:r>
              <a:rPr lang="en-US" sz="2800" dirty="0">
                <a:latin typeface="Maiandra GD" pitchFamily="34" charset="0"/>
              </a:rPr>
              <a:t>=1;i&lt;c-1;i++)</a:t>
            </a:r>
          </a:p>
          <a:p>
            <a:pPr>
              <a:buFont typeface="Arial" pitchFamily="34" charset="0"/>
              <a:buNone/>
              <a:defRPr/>
            </a:pPr>
            <a:r>
              <a:rPr lang="en-US" sz="2800" dirty="0">
                <a:latin typeface="Maiandra GD" pitchFamily="34" charset="0"/>
              </a:rPr>
              <a:t>     {</a:t>
            </a:r>
          </a:p>
          <a:p>
            <a:pPr>
              <a:buFont typeface="Arial" pitchFamily="34" charset="0"/>
              <a:buNone/>
              <a:defRPr/>
            </a:pPr>
            <a:r>
              <a:rPr lang="en-US" sz="2800" dirty="0">
                <a:latin typeface="Maiandra GD" pitchFamily="34" charset="0"/>
              </a:rPr>
              <a:t>       temp=temp-&gt;next;</a:t>
            </a:r>
          </a:p>
          <a:p>
            <a:pPr>
              <a:buFont typeface="Arial" pitchFamily="34" charset="0"/>
              <a:buNone/>
              <a:defRPr/>
            </a:pPr>
            <a:r>
              <a:rPr lang="en-US" sz="2800" dirty="0">
                <a:latin typeface="Maiandra GD" pitchFamily="34" charset="0"/>
              </a:rPr>
              <a:t>     }</a:t>
            </a:r>
          </a:p>
          <a:p>
            <a:pPr>
              <a:buFont typeface="Arial" pitchFamily="34" charset="0"/>
              <a:buNone/>
              <a:defRPr/>
            </a:pPr>
            <a:r>
              <a:rPr lang="en-US" sz="2800" dirty="0">
                <a:latin typeface="Maiandra GD" pitchFamily="34" charset="0"/>
              </a:rPr>
              <a:t>        p-&gt;next=temp-&gt;next;   </a:t>
            </a:r>
          </a:p>
          <a:p>
            <a:pPr>
              <a:buFont typeface="Arial" pitchFamily="34" charset="0"/>
              <a:buNone/>
              <a:defRPr/>
            </a:pPr>
            <a:r>
              <a:rPr lang="en-US" sz="2800" dirty="0">
                <a:latin typeface="Maiandra GD" pitchFamily="34" charset="0"/>
              </a:rPr>
              <a:t>        temp-&gt;next-&gt;previous=p;</a:t>
            </a:r>
          </a:p>
          <a:p>
            <a:pPr>
              <a:buFont typeface="Arial" pitchFamily="34" charset="0"/>
              <a:buNone/>
              <a:defRPr/>
            </a:pPr>
            <a:r>
              <a:rPr lang="en-US" sz="2800" dirty="0">
                <a:latin typeface="Maiandra GD" pitchFamily="34" charset="0"/>
              </a:rPr>
              <a:t>        temp-&gt;next=p;</a:t>
            </a:r>
          </a:p>
          <a:p>
            <a:pPr>
              <a:buFont typeface="Arial" pitchFamily="34" charset="0"/>
              <a:buNone/>
              <a:defRPr/>
            </a:pPr>
            <a:r>
              <a:rPr lang="en-US" sz="2800" dirty="0">
                <a:latin typeface="Maiandra GD" pitchFamily="34" charset="0"/>
              </a:rPr>
              <a:t>        p-&gt;previous=temp;</a:t>
            </a:r>
          </a:p>
          <a:p>
            <a:pPr>
              <a:buFont typeface="Arial" pitchFamily="34" charset="0"/>
              <a:buNone/>
              <a:defRPr/>
            </a:pPr>
            <a:r>
              <a:rPr lang="en-US" sz="2800" dirty="0">
                <a:latin typeface="Maiandra GD" pitchFamily="34" charset="0"/>
              </a:rPr>
              <a:t>        </a:t>
            </a:r>
            <a:r>
              <a:rPr lang="en-US" sz="2800" dirty="0" err="1">
                <a:latin typeface="Maiandra GD" pitchFamily="34" charset="0"/>
              </a:rPr>
              <a:t>cout</a:t>
            </a:r>
            <a:r>
              <a:rPr lang="en-US" sz="2800" dirty="0">
                <a:latin typeface="Maiandra GD" pitchFamily="34" charset="0"/>
              </a:rPr>
              <a:t>&lt;&lt;"\</a:t>
            </a:r>
            <a:r>
              <a:rPr lang="en-US" sz="2800" dirty="0" err="1">
                <a:latin typeface="Maiandra GD" pitchFamily="34" charset="0"/>
              </a:rPr>
              <a:t>nInserted</a:t>
            </a:r>
            <a:r>
              <a:rPr lang="en-US" sz="2800" dirty="0">
                <a:latin typeface="Maiandra GD" pitchFamily="34" charset="0"/>
              </a:rPr>
              <a:t> successfully";</a:t>
            </a:r>
          </a:p>
          <a:p>
            <a:pPr>
              <a:buFont typeface="Arial" pitchFamily="34" charset="0"/>
              <a:buNone/>
              <a:defRPr/>
            </a:pPr>
            <a:r>
              <a:rPr lang="en-US" sz="2800" dirty="0">
                <a:latin typeface="Maiandra GD" pitchFamily="34" charset="0"/>
              </a:rPr>
              <a:t>}</a:t>
            </a:r>
          </a:p>
          <a:p>
            <a:pPr>
              <a:defRPr/>
            </a:pPr>
            <a:endParaRPr lang="en-US" dirty="0"/>
          </a:p>
        </p:txBody>
      </p:sp>
      <p:sp>
        <p:nvSpPr>
          <p:cNvPr id="2" name="Slide Number Placeholder 1"/>
          <p:cNvSpPr>
            <a:spLocks noGrp="1"/>
          </p:cNvSpPr>
          <p:nvPr>
            <p:ph type="sldNum" sz="quarter" idx="12"/>
          </p:nvPr>
        </p:nvSpPr>
        <p:spPr/>
        <p:txBody>
          <a:bodyPr/>
          <a:lstStyle/>
          <a:p>
            <a:pPr>
              <a:defRPr/>
            </a:pPr>
            <a:fld id="{5D731B6C-998E-4938-8389-40ED883A26DD}" type="slidenum">
              <a:rPr lang="en-US" smtClean="0"/>
              <a:pPr>
                <a:defRPr/>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idx="1"/>
          </p:nvPr>
        </p:nvSpPr>
        <p:spPr>
          <a:xfrm>
            <a:off x="0" y="304800"/>
            <a:ext cx="9067800" cy="6096000"/>
          </a:xfrm>
        </p:spPr>
        <p:txBody>
          <a:bodyPr/>
          <a:lstStyle/>
          <a:p>
            <a:pPr marL="609600" indent="-609600" eaLnBrk="1" hangingPunct="1">
              <a:buFontTx/>
              <a:buNone/>
            </a:pPr>
            <a:r>
              <a:rPr lang="en-US" b="1" dirty="0">
                <a:latin typeface="Maiandra GD" pitchFamily="34" charset="0"/>
              </a:rPr>
              <a:t>Navigating through DDL(To Move to Backward:)</a:t>
            </a:r>
          </a:p>
          <a:p>
            <a:pPr marL="609600" indent="-609600" eaLnBrk="1" hangingPunct="1">
              <a:buFontTx/>
              <a:buAutoNum type="arabicPeriod"/>
            </a:pPr>
            <a:r>
              <a:rPr lang="en-US" sz="2800" dirty="0">
                <a:latin typeface="Maiandra GD" pitchFamily="34" charset="0"/>
              </a:rPr>
              <a:t>Set a pointer to point to the same thing as </a:t>
            </a:r>
            <a:r>
              <a:rPr lang="en-US" sz="2800">
                <a:latin typeface="Maiandra GD" pitchFamily="34" charset="0"/>
              </a:rPr>
              <a:t>the current pointer. </a:t>
            </a:r>
          </a:p>
          <a:p>
            <a:pPr marL="609600" indent="-609600" eaLnBrk="1" hangingPunct="1">
              <a:buFontTx/>
              <a:buAutoNum type="arabicPeriod"/>
            </a:pPr>
            <a:r>
              <a:rPr lang="en-US" sz="2800" dirty="0">
                <a:latin typeface="Maiandra GD" pitchFamily="34" charset="0"/>
              </a:rPr>
              <a:t>If the pointer points to </a:t>
            </a:r>
            <a:r>
              <a:rPr lang="en-US" sz="2800" b="1" dirty="0">
                <a:latin typeface="Maiandra GD" pitchFamily="34" charset="0"/>
              </a:rPr>
              <a:t>NULL</a:t>
            </a:r>
            <a:r>
              <a:rPr lang="en-US" sz="2800" dirty="0">
                <a:latin typeface="Maiandra GD" pitchFamily="34" charset="0"/>
              </a:rPr>
              <a:t>, display the message “list is empty" and stop. </a:t>
            </a:r>
          </a:p>
          <a:p>
            <a:pPr marL="609600" indent="-609600" eaLnBrk="1" hangingPunct="1">
              <a:buFontTx/>
              <a:buAutoNum type="arabicPeriod"/>
            </a:pPr>
            <a:r>
              <a:rPr lang="en-US" sz="2800" dirty="0">
                <a:latin typeface="Maiandra GD" pitchFamily="34" charset="0"/>
              </a:rPr>
              <a:t>Otherwise, move back to the previous  node by making  the pointer point to the same thing as the </a:t>
            </a:r>
            <a:r>
              <a:rPr lang="en-US" sz="2800" b="1" dirty="0">
                <a:latin typeface="Maiandra GD" pitchFamily="34" charset="0"/>
              </a:rPr>
              <a:t>previous</a:t>
            </a:r>
            <a:r>
              <a:rPr lang="en-US" sz="2800" dirty="0">
                <a:latin typeface="Maiandra GD" pitchFamily="34" charset="0"/>
              </a:rPr>
              <a:t> pointer of the node it is currently indicating. </a:t>
            </a:r>
          </a:p>
          <a:p>
            <a:pPr marL="609600" indent="-609600" eaLnBrk="1" hangingPunct="1">
              <a:buFontTx/>
              <a:buAutoNum type="arabicPeriod"/>
            </a:pPr>
            <a:endParaRPr lang="en-US" sz="2800" b="1" dirty="0"/>
          </a:p>
        </p:txBody>
      </p:sp>
      <p:sp>
        <p:nvSpPr>
          <p:cNvPr id="4" name="Slide Number Placeholder 5"/>
          <p:cNvSpPr>
            <a:spLocks noGrp="1"/>
          </p:cNvSpPr>
          <p:nvPr>
            <p:ph type="sldNum" sz="quarter" idx="12"/>
          </p:nvPr>
        </p:nvSpPr>
        <p:spPr/>
        <p:txBody>
          <a:bodyPr/>
          <a:lstStyle/>
          <a:p>
            <a:pPr>
              <a:defRPr/>
            </a:pPr>
            <a:fld id="{AA943D23-A7FD-463F-878C-D7F911CCEFF7}" type="slidenum">
              <a:rPr lang="en-US"/>
              <a:pPr>
                <a:defRPr/>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458200" cy="685800"/>
          </a:xfrm>
        </p:spPr>
        <p:txBody>
          <a:bodyPr>
            <a:normAutofit fontScale="90000"/>
          </a:bodyPr>
          <a:lstStyle/>
          <a:p>
            <a:pPr>
              <a:defRPr/>
            </a:pPr>
            <a:r>
              <a:rPr lang="en-US" b="1" dirty="0">
                <a:latin typeface="Maiandra GD" pitchFamily="34" charset="0"/>
              </a:rPr>
              <a:t>Deleting a node</a:t>
            </a:r>
          </a:p>
        </p:txBody>
      </p:sp>
      <p:sp>
        <p:nvSpPr>
          <p:cNvPr id="4" name="Rectangle 3"/>
          <p:cNvSpPr>
            <a:spLocks noGrp="1" noChangeArrowheads="1"/>
          </p:cNvSpPr>
          <p:nvPr>
            <p:ph idx="1"/>
          </p:nvPr>
        </p:nvSpPr>
        <p:spPr>
          <a:xfrm>
            <a:off x="152400" y="990600"/>
            <a:ext cx="8915400" cy="1143000"/>
          </a:xfrm>
        </p:spPr>
        <p:txBody>
          <a:bodyPr>
            <a:normAutofit fontScale="92500"/>
          </a:bodyPr>
          <a:lstStyle/>
          <a:p>
            <a:pPr eaLnBrk="1" hangingPunct="1">
              <a:defRPr/>
            </a:pPr>
            <a:r>
              <a:rPr lang="en-US" sz="2800" dirty="0">
                <a:latin typeface="Maiandra GD" pitchFamily="34" charset="0"/>
              </a:rPr>
              <a:t>Node deletion from a DLL involves changing </a:t>
            </a:r>
            <a:r>
              <a:rPr lang="en-US" sz="2800" i="1" dirty="0">
                <a:latin typeface="Maiandra GD" pitchFamily="34" charset="0"/>
              </a:rPr>
              <a:t>two</a:t>
            </a:r>
            <a:r>
              <a:rPr lang="en-US" sz="2800" dirty="0">
                <a:latin typeface="Maiandra GD" pitchFamily="34" charset="0"/>
              </a:rPr>
              <a:t> links</a:t>
            </a:r>
          </a:p>
          <a:p>
            <a:pPr eaLnBrk="1" hangingPunct="1">
              <a:defRPr/>
            </a:pPr>
            <a:r>
              <a:rPr lang="en-US" sz="2800" dirty="0">
                <a:latin typeface="Maiandra GD" pitchFamily="34" charset="0"/>
              </a:rPr>
              <a:t>In this example, we will delete node b</a:t>
            </a:r>
          </a:p>
        </p:txBody>
      </p:sp>
      <p:sp>
        <p:nvSpPr>
          <p:cNvPr id="83" name="Rectangle 4"/>
          <p:cNvSpPr txBox="1">
            <a:spLocks noChangeArrowheads="1"/>
          </p:cNvSpPr>
          <p:nvPr/>
        </p:nvSpPr>
        <p:spPr>
          <a:xfrm>
            <a:off x="381000" y="4419600"/>
            <a:ext cx="8458200" cy="990600"/>
          </a:xfrm>
          <a:prstGeom prst="rect">
            <a:avLst/>
          </a:prstGeom>
        </p:spPr>
        <p:txBody>
          <a:bodyPr/>
          <a:lstStyle/>
          <a:p>
            <a:pPr marL="274320" indent="-274320" fontAlgn="auto">
              <a:spcBef>
                <a:spcPct val="20000"/>
              </a:spcBef>
              <a:spcAft>
                <a:spcPts val="0"/>
              </a:spcAft>
              <a:buClr>
                <a:schemeClr val="accent3"/>
              </a:buClr>
              <a:buSzPct val="95000"/>
              <a:buFont typeface="Arial" pitchFamily="34" charset="0"/>
              <a:buChar char="•"/>
              <a:defRPr/>
            </a:pPr>
            <a:r>
              <a:rPr lang="en-US" sz="2800" dirty="0">
                <a:latin typeface="Maiandra GD" pitchFamily="34" charset="0"/>
              </a:rPr>
              <a:t>Deletion of the first node or the last node is a special case</a:t>
            </a:r>
          </a:p>
        </p:txBody>
      </p:sp>
      <p:grpSp>
        <p:nvGrpSpPr>
          <p:cNvPr id="62469" name="Group 47"/>
          <p:cNvGrpSpPr>
            <a:grpSpLocks/>
          </p:cNvGrpSpPr>
          <p:nvPr/>
        </p:nvGrpSpPr>
        <p:grpSpPr bwMode="auto">
          <a:xfrm>
            <a:off x="685800" y="2286000"/>
            <a:ext cx="7543800" cy="1600200"/>
            <a:chOff x="685800" y="2438400"/>
            <a:chExt cx="7543800" cy="1600200"/>
          </a:xfrm>
        </p:grpSpPr>
        <p:sp>
          <p:nvSpPr>
            <p:cNvPr id="62471" name="Freeform 53"/>
            <p:cNvSpPr>
              <a:spLocks/>
            </p:cNvSpPr>
            <p:nvPr/>
          </p:nvSpPr>
          <p:spPr bwMode="auto">
            <a:xfrm>
              <a:off x="4114800" y="3506787"/>
              <a:ext cx="2524125" cy="303213"/>
            </a:xfrm>
            <a:custGeom>
              <a:avLst/>
              <a:gdLst>
                <a:gd name="T0" fmla="*/ 2147483647 w 1590"/>
                <a:gd name="T1" fmla="*/ 2147483647 h 191"/>
                <a:gd name="T2" fmla="*/ 2147483647 w 1590"/>
                <a:gd name="T3" fmla="*/ 2147483647 h 191"/>
                <a:gd name="T4" fmla="*/ 2147483647 w 1590"/>
                <a:gd name="T5" fmla="*/ 2147483647 h 191"/>
                <a:gd name="T6" fmla="*/ 2147483647 w 1590"/>
                <a:gd name="T7" fmla="*/ 2147483647 h 191"/>
                <a:gd name="T8" fmla="*/ 2147483647 w 1590"/>
                <a:gd name="T9" fmla="*/ 2147483647 h 191"/>
                <a:gd name="T10" fmla="*/ 2147483647 w 1590"/>
                <a:gd name="T11" fmla="*/ 2147483647 h 191"/>
                <a:gd name="T12" fmla="*/ 0 w 1590"/>
                <a:gd name="T13" fmla="*/ 2147483647 h 191"/>
                <a:gd name="T14" fmla="*/ 0 60000 65536"/>
                <a:gd name="T15" fmla="*/ 0 60000 65536"/>
                <a:gd name="T16" fmla="*/ 0 60000 65536"/>
                <a:gd name="T17" fmla="*/ 0 60000 65536"/>
                <a:gd name="T18" fmla="*/ 0 60000 65536"/>
                <a:gd name="T19" fmla="*/ 0 60000 65536"/>
                <a:gd name="T20" fmla="*/ 0 60000 65536"/>
                <a:gd name="T21" fmla="*/ 0 w 1590"/>
                <a:gd name="T22" fmla="*/ 0 h 191"/>
                <a:gd name="T23" fmla="*/ 1590 w 1590"/>
                <a:gd name="T24" fmla="*/ 191 h 1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90" h="191">
                  <a:moveTo>
                    <a:pt x="1590" y="6"/>
                  </a:moveTo>
                  <a:cubicBezTo>
                    <a:pt x="1568" y="9"/>
                    <a:pt x="1514" y="0"/>
                    <a:pt x="1458" y="24"/>
                  </a:cubicBezTo>
                  <a:cubicBezTo>
                    <a:pt x="1402" y="48"/>
                    <a:pt x="1341" y="124"/>
                    <a:pt x="1254" y="150"/>
                  </a:cubicBezTo>
                  <a:cubicBezTo>
                    <a:pt x="1167" y="176"/>
                    <a:pt x="1071" y="174"/>
                    <a:pt x="936" y="180"/>
                  </a:cubicBezTo>
                  <a:cubicBezTo>
                    <a:pt x="801" y="186"/>
                    <a:pt x="569" y="191"/>
                    <a:pt x="444" y="186"/>
                  </a:cubicBezTo>
                  <a:cubicBezTo>
                    <a:pt x="319" y="181"/>
                    <a:pt x="260" y="164"/>
                    <a:pt x="186" y="150"/>
                  </a:cubicBezTo>
                  <a:cubicBezTo>
                    <a:pt x="112" y="136"/>
                    <a:pt x="39" y="112"/>
                    <a:pt x="0" y="102"/>
                  </a:cubicBezTo>
                </a:path>
              </a:pathLst>
            </a:custGeom>
            <a:noFill/>
            <a:ln w="15875">
              <a:solidFill>
                <a:schemeClr val="accent2"/>
              </a:solidFill>
              <a:round/>
              <a:headEnd/>
              <a:tailEnd type="triangle" w="lg" len="lg"/>
            </a:ln>
          </p:spPr>
          <p:txBody>
            <a:bodyPr/>
            <a:lstStyle/>
            <a:p>
              <a:endParaRPr lang="en-US"/>
            </a:p>
          </p:txBody>
        </p:sp>
        <p:grpSp>
          <p:nvGrpSpPr>
            <p:cNvPr id="62472" name="Group 46"/>
            <p:cNvGrpSpPr>
              <a:grpSpLocks/>
            </p:cNvGrpSpPr>
            <p:nvPr/>
          </p:nvGrpSpPr>
          <p:grpSpPr bwMode="auto">
            <a:xfrm>
              <a:off x="685800" y="2438400"/>
              <a:ext cx="7543800" cy="1600200"/>
              <a:chOff x="685800" y="2971800"/>
              <a:chExt cx="7543800" cy="1600200"/>
            </a:xfrm>
          </p:grpSpPr>
          <p:grpSp>
            <p:nvGrpSpPr>
              <p:cNvPr id="62473" name="Group 54"/>
              <p:cNvGrpSpPr>
                <a:grpSpLocks/>
              </p:cNvGrpSpPr>
              <p:nvPr/>
            </p:nvGrpSpPr>
            <p:grpSpPr bwMode="auto">
              <a:xfrm>
                <a:off x="685800" y="2971800"/>
                <a:ext cx="7543800" cy="1600200"/>
                <a:chOff x="480" y="2208"/>
                <a:chExt cx="4752" cy="1152"/>
              </a:xfrm>
            </p:grpSpPr>
            <p:grpSp>
              <p:nvGrpSpPr>
                <p:cNvPr id="62475" name="Group 6"/>
                <p:cNvGrpSpPr>
                  <a:grpSpLocks/>
                </p:cNvGrpSpPr>
                <p:nvPr/>
              </p:nvGrpSpPr>
              <p:grpSpPr bwMode="auto">
                <a:xfrm>
                  <a:off x="480" y="2208"/>
                  <a:ext cx="816" cy="576"/>
                  <a:chOff x="4224" y="960"/>
                  <a:chExt cx="528" cy="576"/>
                </a:xfrm>
              </p:grpSpPr>
              <p:sp>
                <p:nvSpPr>
                  <p:cNvPr id="62511" name="Line 7"/>
                  <p:cNvSpPr>
                    <a:spLocks noChangeShapeType="1"/>
                  </p:cNvSpPr>
                  <p:nvPr/>
                </p:nvSpPr>
                <p:spPr bwMode="auto">
                  <a:xfrm>
                    <a:off x="4512" y="1248"/>
                    <a:ext cx="192" cy="288"/>
                  </a:xfrm>
                  <a:prstGeom prst="line">
                    <a:avLst/>
                  </a:prstGeom>
                  <a:noFill/>
                  <a:ln w="28575">
                    <a:solidFill>
                      <a:schemeClr val="tx1"/>
                    </a:solidFill>
                    <a:round/>
                    <a:headEnd/>
                    <a:tailEnd type="triangle" w="med" len="med"/>
                  </a:ln>
                </p:spPr>
                <p:txBody>
                  <a:bodyPr wrap="none" anchor="ctr"/>
                  <a:lstStyle/>
                  <a:p>
                    <a:endParaRPr lang="en-US"/>
                  </a:p>
                </p:txBody>
              </p:sp>
              <p:sp>
                <p:nvSpPr>
                  <p:cNvPr id="62512" name="Text Box 8"/>
                  <p:cNvSpPr txBox="1">
                    <a:spLocks noChangeArrowheads="1"/>
                  </p:cNvSpPr>
                  <p:nvPr/>
                </p:nvSpPr>
                <p:spPr bwMode="auto">
                  <a:xfrm>
                    <a:off x="4224" y="960"/>
                    <a:ext cx="528" cy="291"/>
                  </a:xfrm>
                  <a:prstGeom prst="rect">
                    <a:avLst/>
                  </a:prstGeom>
                  <a:noFill/>
                  <a:ln w="12700">
                    <a:noFill/>
                    <a:miter lim="800000"/>
                    <a:headEnd/>
                    <a:tailEnd/>
                  </a:ln>
                </p:spPr>
                <p:txBody>
                  <a:bodyPr>
                    <a:spAutoFit/>
                  </a:bodyPr>
                  <a:lstStyle/>
                  <a:p>
                    <a:pPr>
                      <a:spcBef>
                        <a:spcPct val="50000"/>
                      </a:spcBef>
                    </a:pPr>
                    <a:r>
                      <a:rPr lang="en-US">
                        <a:solidFill>
                          <a:schemeClr val="accent2"/>
                        </a:solidFill>
                        <a:latin typeface="Consolas" pitchFamily="49" charset="0"/>
                      </a:rPr>
                      <a:t>myDLL</a:t>
                    </a:r>
                  </a:p>
                </p:txBody>
              </p:sp>
            </p:grpSp>
            <p:sp>
              <p:nvSpPr>
                <p:cNvPr id="62476" name="Rectangle 10"/>
                <p:cNvSpPr>
                  <a:spLocks noChangeArrowheads="1"/>
                </p:cNvSpPr>
                <p:nvPr/>
              </p:nvSpPr>
              <p:spPr bwMode="auto">
                <a:xfrm>
                  <a:off x="1248" y="2784"/>
                  <a:ext cx="288" cy="288"/>
                </a:xfrm>
                <a:prstGeom prst="rect">
                  <a:avLst/>
                </a:prstGeom>
                <a:noFill/>
                <a:ln w="19050">
                  <a:solidFill>
                    <a:schemeClr val="tx1"/>
                  </a:solidFill>
                  <a:miter lim="800000"/>
                  <a:headEnd/>
                  <a:tailEnd/>
                </a:ln>
              </p:spPr>
              <p:txBody>
                <a:bodyPr wrap="none" anchor="ctr"/>
                <a:lstStyle/>
                <a:p>
                  <a:endParaRPr lang="en-US"/>
                </a:p>
              </p:txBody>
            </p:sp>
            <p:sp>
              <p:nvSpPr>
                <p:cNvPr id="62477" name="Oval 11"/>
                <p:cNvSpPr>
                  <a:spLocks noChangeArrowheads="1"/>
                </p:cNvSpPr>
                <p:nvPr/>
              </p:nvSpPr>
              <p:spPr bwMode="auto">
                <a:xfrm>
                  <a:off x="1344"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62478" name="Line 12"/>
                <p:cNvSpPr>
                  <a:spLocks noChangeShapeType="1"/>
                </p:cNvSpPr>
                <p:nvPr/>
              </p:nvSpPr>
              <p:spPr bwMode="auto">
                <a:xfrm>
                  <a:off x="1392" y="2880"/>
                  <a:ext cx="432" cy="0"/>
                </a:xfrm>
                <a:prstGeom prst="line">
                  <a:avLst/>
                </a:prstGeom>
                <a:noFill/>
                <a:ln w="19050">
                  <a:solidFill>
                    <a:schemeClr val="tx1"/>
                  </a:solidFill>
                  <a:round/>
                  <a:headEnd/>
                  <a:tailEnd type="triangle" w="lg" len="lg"/>
                </a:ln>
              </p:spPr>
              <p:txBody>
                <a:bodyPr wrap="none" anchor="ctr"/>
                <a:lstStyle/>
                <a:p>
                  <a:endParaRPr lang="en-US"/>
                </a:p>
              </p:txBody>
            </p:sp>
            <p:sp>
              <p:nvSpPr>
                <p:cNvPr id="62479" name="Rectangle 13"/>
                <p:cNvSpPr>
                  <a:spLocks noChangeArrowheads="1"/>
                </p:cNvSpPr>
                <p:nvPr/>
              </p:nvSpPr>
              <p:spPr bwMode="auto">
                <a:xfrm>
                  <a:off x="1248" y="3072"/>
                  <a:ext cx="288" cy="288"/>
                </a:xfrm>
                <a:prstGeom prst="rect">
                  <a:avLst/>
                </a:prstGeom>
                <a:noFill/>
                <a:ln w="19050">
                  <a:solidFill>
                    <a:schemeClr val="tx1"/>
                  </a:solidFill>
                  <a:miter lim="800000"/>
                  <a:headEnd/>
                  <a:tailEnd/>
                </a:ln>
              </p:spPr>
              <p:txBody>
                <a:bodyPr wrap="none" anchor="ctr"/>
                <a:lstStyle/>
                <a:p>
                  <a:endParaRPr lang="en-US"/>
                </a:p>
              </p:txBody>
            </p:sp>
            <p:sp>
              <p:nvSpPr>
                <p:cNvPr id="62480" name="Oval 14"/>
                <p:cNvSpPr>
                  <a:spLocks noChangeArrowheads="1"/>
                </p:cNvSpPr>
                <p:nvPr/>
              </p:nvSpPr>
              <p:spPr bwMode="auto">
                <a:xfrm>
                  <a:off x="1344" y="316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62481" name="Line 15"/>
                <p:cNvSpPr>
                  <a:spLocks noChangeShapeType="1"/>
                </p:cNvSpPr>
                <p:nvPr/>
              </p:nvSpPr>
              <p:spPr bwMode="auto">
                <a:xfrm>
                  <a:off x="1392" y="3216"/>
                  <a:ext cx="2016" cy="0"/>
                </a:xfrm>
                <a:prstGeom prst="line">
                  <a:avLst/>
                </a:prstGeom>
                <a:noFill/>
                <a:ln w="19050">
                  <a:solidFill>
                    <a:schemeClr val="accent2"/>
                  </a:solidFill>
                  <a:round/>
                  <a:headEnd/>
                  <a:tailEnd type="none" w="lg" len="lg"/>
                </a:ln>
              </p:spPr>
              <p:txBody>
                <a:bodyPr wrap="none" anchor="ctr"/>
                <a:lstStyle/>
                <a:p>
                  <a:endParaRPr lang="en-US"/>
                </a:p>
              </p:txBody>
            </p:sp>
            <p:grpSp>
              <p:nvGrpSpPr>
                <p:cNvPr id="62482" name="Group 17"/>
                <p:cNvGrpSpPr>
                  <a:grpSpLocks/>
                </p:cNvGrpSpPr>
                <p:nvPr/>
              </p:nvGrpSpPr>
              <p:grpSpPr bwMode="auto">
                <a:xfrm>
                  <a:off x="1824" y="2784"/>
                  <a:ext cx="864" cy="288"/>
                  <a:chOff x="1824" y="3840"/>
                  <a:chExt cx="864" cy="288"/>
                </a:xfrm>
              </p:grpSpPr>
              <p:sp>
                <p:nvSpPr>
                  <p:cNvPr id="62508" name="Rectangle 18"/>
                  <p:cNvSpPr>
                    <a:spLocks noChangeArrowheads="1"/>
                  </p:cNvSpPr>
                  <p:nvPr/>
                </p:nvSpPr>
                <p:spPr bwMode="auto">
                  <a:xfrm>
                    <a:off x="1824" y="3840"/>
                    <a:ext cx="288" cy="288"/>
                  </a:xfrm>
                  <a:prstGeom prst="rect">
                    <a:avLst/>
                  </a:prstGeom>
                  <a:noFill/>
                  <a:ln w="19050">
                    <a:solidFill>
                      <a:schemeClr val="tx1"/>
                    </a:solidFill>
                    <a:miter lim="800000"/>
                    <a:headEnd/>
                    <a:tailEnd/>
                  </a:ln>
                </p:spPr>
                <p:txBody>
                  <a:bodyPr wrap="none" anchor="ctr"/>
                  <a:lstStyle/>
                  <a:p>
                    <a:endParaRPr lang="en-US"/>
                  </a:p>
                </p:txBody>
              </p:sp>
              <p:sp>
                <p:nvSpPr>
                  <p:cNvPr id="62509" name="Rectangle 19"/>
                  <p:cNvSpPr>
                    <a:spLocks noChangeArrowheads="1"/>
                  </p:cNvSpPr>
                  <p:nvPr/>
                </p:nvSpPr>
                <p:spPr bwMode="auto">
                  <a:xfrm>
                    <a:off x="2400" y="3840"/>
                    <a:ext cx="288" cy="288"/>
                  </a:xfrm>
                  <a:prstGeom prst="rect">
                    <a:avLst/>
                  </a:prstGeom>
                  <a:noFill/>
                  <a:ln w="19050">
                    <a:solidFill>
                      <a:schemeClr val="tx1"/>
                    </a:solidFill>
                    <a:miter lim="800000"/>
                    <a:headEnd/>
                    <a:tailEnd/>
                  </a:ln>
                </p:spPr>
                <p:txBody>
                  <a:bodyPr wrap="none" anchor="ctr"/>
                  <a:lstStyle/>
                  <a:p>
                    <a:endParaRPr lang="en-US"/>
                  </a:p>
                </p:txBody>
              </p:sp>
              <p:sp>
                <p:nvSpPr>
                  <p:cNvPr id="62510" name="Rectangle 20"/>
                  <p:cNvSpPr>
                    <a:spLocks noChangeArrowheads="1"/>
                  </p:cNvSpPr>
                  <p:nvPr/>
                </p:nvSpPr>
                <p:spPr bwMode="auto">
                  <a:xfrm>
                    <a:off x="2112" y="3840"/>
                    <a:ext cx="288" cy="288"/>
                  </a:xfrm>
                  <a:prstGeom prst="rect">
                    <a:avLst/>
                  </a:prstGeom>
                  <a:noFill/>
                  <a:ln w="19050">
                    <a:solidFill>
                      <a:schemeClr val="tx1"/>
                    </a:solidFill>
                    <a:miter lim="800000"/>
                    <a:headEnd/>
                    <a:tailEnd/>
                  </a:ln>
                </p:spPr>
                <p:txBody>
                  <a:bodyPr wrap="none" anchor="ctr"/>
                  <a:lstStyle/>
                  <a:p>
                    <a:endParaRPr lang="en-US"/>
                  </a:p>
                </p:txBody>
              </p:sp>
            </p:grpSp>
            <p:grpSp>
              <p:nvGrpSpPr>
                <p:cNvPr id="62483" name="Group 21"/>
                <p:cNvGrpSpPr>
                  <a:grpSpLocks/>
                </p:cNvGrpSpPr>
                <p:nvPr/>
              </p:nvGrpSpPr>
              <p:grpSpPr bwMode="auto">
                <a:xfrm>
                  <a:off x="2496" y="2832"/>
                  <a:ext cx="480" cy="96"/>
                  <a:chOff x="2496" y="3888"/>
                  <a:chExt cx="480" cy="96"/>
                </a:xfrm>
              </p:grpSpPr>
              <p:sp>
                <p:nvSpPr>
                  <p:cNvPr id="62506" name="Oval 22"/>
                  <p:cNvSpPr>
                    <a:spLocks noChangeArrowheads="1"/>
                  </p:cNvSpPr>
                  <p:nvPr/>
                </p:nvSpPr>
                <p:spPr bwMode="auto">
                  <a:xfrm>
                    <a:off x="2496" y="3888"/>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62507" name="Line 23"/>
                  <p:cNvSpPr>
                    <a:spLocks noChangeShapeType="1"/>
                  </p:cNvSpPr>
                  <p:nvPr/>
                </p:nvSpPr>
                <p:spPr bwMode="auto">
                  <a:xfrm>
                    <a:off x="2544" y="3936"/>
                    <a:ext cx="432" cy="0"/>
                  </a:xfrm>
                  <a:prstGeom prst="line">
                    <a:avLst/>
                  </a:prstGeom>
                  <a:noFill/>
                  <a:ln w="19050">
                    <a:solidFill>
                      <a:schemeClr val="tx1"/>
                    </a:solidFill>
                    <a:round/>
                    <a:headEnd/>
                    <a:tailEnd type="triangle" w="lg" len="lg"/>
                  </a:ln>
                </p:spPr>
                <p:txBody>
                  <a:bodyPr wrap="none" anchor="ctr"/>
                  <a:lstStyle/>
                  <a:p>
                    <a:endParaRPr lang="en-US"/>
                  </a:p>
                </p:txBody>
              </p:sp>
            </p:grpSp>
            <p:sp>
              <p:nvSpPr>
                <p:cNvPr id="62484" name="Oval 24"/>
                <p:cNvSpPr>
                  <a:spLocks noChangeArrowheads="1"/>
                </p:cNvSpPr>
                <p:nvPr/>
              </p:nvSpPr>
              <p:spPr bwMode="auto">
                <a:xfrm>
                  <a:off x="1920" y="292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62485" name="Rectangle 26"/>
                <p:cNvSpPr>
                  <a:spLocks noChangeArrowheads="1"/>
                </p:cNvSpPr>
                <p:nvPr/>
              </p:nvSpPr>
              <p:spPr bwMode="auto">
                <a:xfrm>
                  <a:off x="2976" y="2784"/>
                  <a:ext cx="288" cy="288"/>
                </a:xfrm>
                <a:prstGeom prst="rect">
                  <a:avLst/>
                </a:prstGeom>
                <a:noFill/>
                <a:ln w="19050">
                  <a:solidFill>
                    <a:schemeClr val="tx1"/>
                  </a:solidFill>
                  <a:miter lim="800000"/>
                  <a:headEnd/>
                  <a:tailEnd/>
                </a:ln>
              </p:spPr>
              <p:txBody>
                <a:bodyPr wrap="none" anchor="ctr"/>
                <a:lstStyle/>
                <a:p>
                  <a:endParaRPr lang="en-US"/>
                </a:p>
              </p:txBody>
            </p:sp>
            <p:sp>
              <p:nvSpPr>
                <p:cNvPr id="62486" name="Rectangle 27"/>
                <p:cNvSpPr>
                  <a:spLocks noChangeArrowheads="1"/>
                </p:cNvSpPr>
                <p:nvPr/>
              </p:nvSpPr>
              <p:spPr bwMode="auto">
                <a:xfrm>
                  <a:off x="3552" y="2784"/>
                  <a:ext cx="288" cy="288"/>
                </a:xfrm>
                <a:prstGeom prst="rect">
                  <a:avLst/>
                </a:prstGeom>
                <a:noFill/>
                <a:ln w="19050">
                  <a:solidFill>
                    <a:schemeClr val="tx1"/>
                  </a:solidFill>
                  <a:miter lim="800000"/>
                  <a:headEnd/>
                  <a:tailEnd/>
                </a:ln>
              </p:spPr>
              <p:txBody>
                <a:bodyPr wrap="none" anchor="ctr"/>
                <a:lstStyle/>
                <a:p>
                  <a:endParaRPr lang="en-US"/>
                </a:p>
              </p:txBody>
            </p:sp>
            <p:sp>
              <p:nvSpPr>
                <p:cNvPr id="62487" name="Rectangle 28"/>
                <p:cNvSpPr>
                  <a:spLocks noChangeArrowheads="1"/>
                </p:cNvSpPr>
                <p:nvPr/>
              </p:nvSpPr>
              <p:spPr bwMode="auto">
                <a:xfrm>
                  <a:off x="3264" y="2784"/>
                  <a:ext cx="288" cy="288"/>
                </a:xfrm>
                <a:prstGeom prst="rect">
                  <a:avLst/>
                </a:prstGeom>
                <a:noFill/>
                <a:ln w="19050">
                  <a:solidFill>
                    <a:schemeClr val="tx1"/>
                  </a:solidFill>
                  <a:miter lim="800000"/>
                  <a:headEnd/>
                  <a:tailEnd/>
                </a:ln>
              </p:spPr>
              <p:txBody>
                <a:bodyPr wrap="none" anchor="ctr"/>
                <a:lstStyle/>
                <a:p>
                  <a:endParaRPr lang="en-US"/>
                </a:p>
              </p:txBody>
            </p:sp>
            <p:sp>
              <p:nvSpPr>
                <p:cNvPr id="62488" name="Oval 29"/>
                <p:cNvSpPr>
                  <a:spLocks noChangeArrowheads="1"/>
                </p:cNvSpPr>
                <p:nvPr/>
              </p:nvSpPr>
              <p:spPr bwMode="auto">
                <a:xfrm>
                  <a:off x="3648"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62489" name="Oval 30"/>
                <p:cNvSpPr>
                  <a:spLocks noChangeArrowheads="1"/>
                </p:cNvSpPr>
                <p:nvPr/>
              </p:nvSpPr>
              <p:spPr bwMode="auto">
                <a:xfrm>
                  <a:off x="3072" y="292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62490" name="Line 31"/>
                <p:cNvSpPr>
                  <a:spLocks noChangeShapeType="1"/>
                </p:cNvSpPr>
                <p:nvPr/>
              </p:nvSpPr>
              <p:spPr bwMode="auto">
                <a:xfrm>
                  <a:off x="3696" y="2880"/>
                  <a:ext cx="432" cy="0"/>
                </a:xfrm>
                <a:prstGeom prst="line">
                  <a:avLst/>
                </a:prstGeom>
                <a:noFill/>
                <a:ln w="19050">
                  <a:solidFill>
                    <a:schemeClr val="tx1"/>
                  </a:solidFill>
                  <a:round/>
                  <a:headEnd/>
                  <a:tailEnd type="triangle" w="lg" len="lg"/>
                </a:ln>
              </p:spPr>
              <p:txBody>
                <a:bodyPr wrap="none" anchor="ctr"/>
                <a:lstStyle/>
                <a:p>
                  <a:endParaRPr lang="en-US"/>
                </a:p>
              </p:txBody>
            </p:sp>
            <p:sp>
              <p:nvSpPr>
                <p:cNvPr id="62491" name="Line 32"/>
                <p:cNvSpPr>
                  <a:spLocks noChangeShapeType="1"/>
                </p:cNvSpPr>
                <p:nvPr/>
              </p:nvSpPr>
              <p:spPr bwMode="auto">
                <a:xfrm flipH="1">
                  <a:off x="2688" y="2975"/>
                  <a:ext cx="432" cy="1"/>
                </a:xfrm>
                <a:prstGeom prst="line">
                  <a:avLst/>
                </a:prstGeom>
                <a:noFill/>
                <a:ln w="19050">
                  <a:solidFill>
                    <a:schemeClr val="accent2"/>
                  </a:solidFill>
                  <a:round/>
                  <a:headEnd/>
                  <a:tailEnd type="triangle" w="lg" len="lg"/>
                </a:ln>
              </p:spPr>
              <p:txBody>
                <a:bodyPr wrap="none" anchor="ctr"/>
                <a:lstStyle/>
                <a:p>
                  <a:endParaRPr lang="en-US"/>
                </a:p>
              </p:txBody>
            </p:sp>
            <p:grpSp>
              <p:nvGrpSpPr>
                <p:cNvPr id="62492" name="Group 34"/>
                <p:cNvGrpSpPr>
                  <a:grpSpLocks/>
                </p:cNvGrpSpPr>
                <p:nvPr/>
              </p:nvGrpSpPr>
              <p:grpSpPr bwMode="auto">
                <a:xfrm>
                  <a:off x="4128" y="2784"/>
                  <a:ext cx="864" cy="288"/>
                  <a:chOff x="1824" y="3840"/>
                  <a:chExt cx="864" cy="288"/>
                </a:xfrm>
              </p:grpSpPr>
              <p:sp>
                <p:nvSpPr>
                  <p:cNvPr id="62503" name="Rectangle 35"/>
                  <p:cNvSpPr>
                    <a:spLocks noChangeArrowheads="1"/>
                  </p:cNvSpPr>
                  <p:nvPr/>
                </p:nvSpPr>
                <p:spPr bwMode="auto">
                  <a:xfrm>
                    <a:off x="1824" y="3840"/>
                    <a:ext cx="288" cy="288"/>
                  </a:xfrm>
                  <a:prstGeom prst="rect">
                    <a:avLst/>
                  </a:prstGeom>
                  <a:noFill/>
                  <a:ln w="19050">
                    <a:solidFill>
                      <a:schemeClr val="tx1"/>
                    </a:solidFill>
                    <a:miter lim="800000"/>
                    <a:headEnd/>
                    <a:tailEnd/>
                  </a:ln>
                </p:spPr>
                <p:txBody>
                  <a:bodyPr wrap="none" anchor="ctr"/>
                  <a:lstStyle/>
                  <a:p>
                    <a:endParaRPr lang="en-US"/>
                  </a:p>
                </p:txBody>
              </p:sp>
              <p:sp>
                <p:nvSpPr>
                  <p:cNvPr id="62504" name="Rectangle 36"/>
                  <p:cNvSpPr>
                    <a:spLocks noChangeArrowheads="1"/>
                  </p:cNvSpPr>
                  <p:nvPr/>
                </p:nvSpPr>
                <p:spPr bwMode="auto">
                  <a:xfrm>
                    <a:off x="2400" y="3840"/>
                    <a:ext cx="288" cy="288"/>
                  </a:xfrm>
                  <a:prstGeom prst="rect">
                    <a:avLst/>
                  </a:prstGeom>
                  <a:noFill/>
                  <a:ln w="19050">
                    <a:solidFill>
                      <a:schemeClr val="tx1"/>
                    </a:solidFill>
                    <a:miter lim="800000"/>
                    <a:headEnd/>
                    <a:tailEnd/>
                  </a:ln>
                </p:spPr>
                <p:txBody>
                  <a:bodyPr wrap="none" anchor="ctr"/>
                  <a:lstStyle/>
                  <a:p>
                    <a:endParaRPr lang="en-US"/>
                  </a:p>
                </p:txBody>
              </p:sp>
              <p:sp>
                <p:nvSpPr>
                  <p:cNvPr id="62505" name="Rectangle 37"/>
                  <p:cNvSpPr>
                    <a:spLocks noChangeArrowheads="1"/>
                  </p:cNvSpPr>
                  <p:nvPr/>
                </p:nvSpPr>
                <p:spPr bwMode="auto">
                  <a:xfrm>
                    <a:off x="2112" y="3840"/>
                    <a:ext cx="288" cy="288"/>
                  </a:xfrm>
                  <a:prstGeom prst="rect">
                    <a:avLst/>
                  </a:prstGeom>
                  <a:noFill/>
                  <a:ln w="19050">
                    <a:solidFill>
                      <a:schemeClr val="tx1"/>
                    </a:solidFill>
                    <a:miter lim="800000"/>
                    <a:headEnd/>
                    <a:tailEnd/>
                  </a:ln>
                </p:spPr>
                <p:txBody>
                  <a:bodyPr wrap="none" anchor="ctr"/>
                  <a:lstStyle/>
                  <a:p>
                    <a:endParaRPr lang="en-US"/>
                  </a:p>
                </p:txBody>
              </p:sp>
            </p:grpSp>
            <p:grpSp>
              <p:nvGrpSpPr>
                <p:cNvPr id="62493" name="Group 38"/>
                <p:cNvGrpSpPr>
                  <a:grpSpLocks/>
                </p:cNvGrpSpPr>
                <p:nvPr/>
              </p:nvGrpSpPr>
              <p:grpSpPr bwMode="auto">
                <a:xfrm>
                  <a:off x="3840" y="2928"/>
                  <a:ext cx="480" cy="96"/>
                  <a:chOff x="1536" y="3984"/>
                  <a:chExt cx="480" cy="96"/>
                </a:xfrm>
              </p:grpSpPr>
              <p:sp>
                <p:nvSpPr>
                  <p:cNvPr id="62501" name="Oval 39"/>
                  <p:cNvSpPr>
                    <a:spLocks noChangeArrowheads="1"/>
                  </p:cNvSpPr>
                  <p:nvPr/>
                </p:nvSpPr>
                <p:spPr bwMode="auto">
                  <a:xfrm>
                    <a:off x="1920" y="3984"/>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62502" name="Line 40"/>
                  <p:cNvSpPr>
                    <a:spLocks noChangeShapeType="1"/>
                  </p:cNvSpPr>
                  <p:nvPr/>
                </p:nvSpPr>
                <p:spPr bwMode="auto">
                  <a:xfrm flipH="1">
                    <a:off x="1536" y="4031"/>
                    <a:ext cx="432" cy="1"/>
                  </a:xfrm>
                  <a:prstGeom prst="line">
                    <a:avLst/>
                  </a:prstGeom>
                  <a:noFill/>
                  <a:ln w="19050">
                    <a:solidFill>
                      <a:schemeClr val="accent2"/>
                    </a:solidFill>
                    <a:round/>
                    <a:headEnd/>
                    <a:tailEnd type="triangle" w="lg" len="lg"/>
                  </a:ln>
                </p:spPr>
                <p:txBody>
                  <a:bodyPr wrap="none" anchor="ctr"/>
                  <a:lstStyle/>
                  <a:p>
                    <a:endParaRPr lang="en-US"/>
                  </a:p>
                </p:txBody>
              </p:sp>
            </p:grpSp>
            <p:sp>
              <p:nvSpPr>
                <p:cNvPr id="62494" name="Oval 41"/>
                <p:cNvSpPr>
                  <a:spLocks noChangeArrowheads="1"/>
                </p:cNvSpPr>
                <p:nvPr/>
              </p:nvSpPr>
              <p:spPr bwMode="auto">
                <a:xfrm>
                  <a:off x="4800"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62495" name="Freeform 43"/>
                <p:cNvSpPr>
                  <a:spLocks/>
                </p:cNvSpPr>
                <p:nvPr/>
              </p:nvSpPr>
              <p:spPr bwMode="auto">
                <a:xfrm>
                  <a:off x="5002" y="2976"/>
                  <a:ext cx="230" cy="240"/>
                </a:xfrm>
                <a:custGeom>
                  <a:avLst/>
                  <a:gdLst>
                    <a:gd name="T0" fmla="*/ 0 w 230"/>
                    <a:gd name="T1" fmla="*/ 240 h 240"/>
                    <a:gd name="T2" fmla="*/ 192 w 230"/>
                    <a:gd name="T3" fmla="*/ 192 h 240"/>
                    <a:gd name="T4" fmla="*/ 198 w 230"/>
                    <a:gd name="T5" fmla="*/ 60 h 240"/>
                    <a:gd name="T6" fmla="*/ 0 w 230"/>
                    <a:gd name="T7" fmla="*/ 0 h 240"/>
                    <a:gd name="T8" fmla="*/ 0 60000 65536"/>
                    <a:gd name="T9" fmla="*/ 0 60000 65536"/>
                    <a:gd name="T10" fmla="*/ 0 60000 65536"/>
                    <a:gd name="T11" fmla="*/ 0 60000 65536"/>
                    <a:gd name="T12" fmla="*/ 0 w 230"/>
                    <a:gd name="T13" fmla="*/ 0 h 240"/>
                    <a:gd name="T14" fmla="*/ 230 w 230"/>
                    <a:gd name="T15" fmla="*/ 240 h 240"/>
                  </a:gdLst>
                  <a:ahLst/>
                  <a:cxnLst>
                    <a:cxn ang="T8">
                      <a:pos x="T0" y="T1"/>
                    </a:cxn>
                    <a:cxn ang="T9">
                      <a:pos x="T2" y="T3"/>
                    </a:cxn>
                    <a:cxn ang="T10">
                      <a:pos x="T4" y="T5"/>
                    </a:cxn>
                    <a:cxn ang="T11">
                      <a:pos x="T6" y="T7"/>
                    </a:cxn>
                  </a:cxnLst>
                  <a:rect l="T12" t="T13" r="T14" b="T15"/>
                  <a:pathLst>
                    <a:path w="230" h="240">
                      <a:moveTo>
                        <a:pt x="0" y="240"/>
                      </a:moveTo>
                      <a:cubicBezTo>
                        <a:pt x="80" y="228"/>
                        <a:pt x="159" y="222"/>
                        <a:pt x="192" y="192"/>
                      </a:cubicBezTo>
                      <a:cubicBezTo>
                        <a:pt x="225" y="162"/>
                        <a:pt x="230" y="92"/>
                        <a:pt x="198" y="60"/>
                      </a:cubicBezTo>
                      <a:cubicBezTo>
                        <a:pt x="166" y="28"/>
                        <a:pt x="41" y="12"/>
                        <a:pt x="0" y="0"/>
                      </a:cubicBezTo>
                    </a:path>
                  </a:pathLst>
                </a:custGeom>
                <a:noFill/>
                <a:ln w="19050">
                  <a:solidFill>
                    <a:schemeClr val="accent2"/>
                  </a:solidFill>
                  <a:round/>
                  <a:headEnd/>
                  <a:tailEnd type="triangle" w="lg" len="lg"/>
                </a:ln>
              </p:spPr>
              <p:txBody>
                <a:bodyPr wrap="none" anchor="ctr"/>
                <a:lstStyle/>
                <a:p>
                  <a:endParaRPr lang="en-US"/>
                </a:p>
              </p:txBody>
            </p:sp>
            <p:sp>
              <p:nvSpPr>
                <p:cNvPr id="62496" name="Line 44"/>
                <p:cNvSpPr>
                  <a:spLocks noChangeShapeType="1"/>
                </p:cNvSpPr>
                <p:nvPr/>
              </p:nvSpPr>
              <p:spPr bwMode="auto">
                <a:xfrm flipH="1">
                  <a:off x="4858" y="3216"/>
                  <a:ext cx="192" cy="0"/>
                </a:xfrm>
                <a:prstGeom prst="line">
                  <a:avLst/>
                </a:prstGeom>
                <a:noFill/>
                <a:ln w="19050">
                  <a:solidFill>
                    <a:schemeClr val="accent2"/>
                  </a:solidFill>
                  <a:round/>
                  <a:headEnd/>
                  <a:tailEnd/>
                </a:ln>
              </p:spPr>
              <p:txBody>
                <a:bodyPr wrap="none" anchor="ctr"/>
                <a:lstStyle/>
                <a:p>
                  <a:endParaRPr lang="en-US"/>
                </a:p>
              </p:txBody>
            </p:sp>
            <p:sp>
              <p:nvSpPr>
                <p:cNvPr id="62497" name="Line 45"/>
                <p:cNvSpPr>
                  <a:spLocks noChangeShapeType="1"/>
                </p:cNvSpPr>
                <p:nvPr/>
              </p:nvSpPr>
              <p:spPr bwMode="auto">
                <a:xfrm>
                  <a:off x="3408" y="3216"/>
                  <a:ext cx="1440" cy="0"/>
                </a:xfrm>
                <a:prstGeom prst="line">
                  <a:avLst/>
                </a:prstGeom>
                <a:noFill/>
                <a:ln w="19050">
                  <a:solidFill>
                    <a:schemeClr val="accent2"/>
                  </a:solidFill>
                  <a:round/>
                  <a:headEnd/>
                  <a:tailEnd/>
                </a:ln>
              </p:spPr>
              <p:txBody>
                <a:bodyPr/>
                <a:lstStyle/>
                <a:p>
                  <a:endParaRPr lang="en-US" dirty="0"/>
                </a:p>
              </p:txBody>
            </p:sp>
            <p:sp>
              <p:nvSpPr>
                <p:cNvPr id="62498" name="Rectangle 46"/>
                <p:cNvSpPr>
                  <a:spLocks noChangeArrowheads="1"/>
                </p:cNvSpPr>
                <p:nvPr/>
              </p:nvSpPr>
              <p:spPr bwMode="auto">
                <a:xfrm>
                  <a:off x="2112" y="2782"/>
                  <a:ext cx="288" cy="290"/>
                </a:xfrm>
                <a:prstGeom prst="rect">
                  <a:avLst/>
                </a:prstGeom>
                <a:noFill/>
                <a:ln w="12700">
                  <a:solidFill>
                    <a:schemeClr val="tx1"/>
                  </a:solidFill>
                  <a:miter lim="800000"/>
                  <a:headEnd/>
                  <a:tailEnd/>
                </a:ln>
              </p:spPr>
              <p:txBody>
                <a:bodyPr wrap="none" anchor="ctr"/>
                <a:lstStyle/>
                <a:p>
                  <a:pPr algn="ctr"/>
                  <a:r>
                    <a:rPr lang="en-US">
                      <a:latin typeface="Consolas" pitchFamily="49" charset="0"/>
                    </a:rPr>
                    <a:t>a</a:t>
                  </a:r>
                  <a:endParaRPr lang="en-US">
                    <a:latin typeface="Times New Roman" pitchFamily="18" charset="0"/>
                  </a:endParaRPr>
                </a:p>
              </p:txBody>
            </p:sp>
            <p:sp>
              <p:nvSpPr>
                <p:cNvPr id="62499" name="Rectangle 47"/>
                <p:cNvSpPr>
                  <a:spLocks noChangeArrowheads="1"/>
                </p:cNvSpPr>
                <p:nvPr/>
              </p:nvSpPr>
              <p:spPr bwMode="auto">
                <a:xfrm>
                  <a:off x="3264" y="2782"/>
                  <a:ext cx="288" cy="290"/>
                </a:xfrm>
                <a:prstGeom prst="rect">
                  <a:avLst/>
                </a:prstGeom>
                <a:noFill/>
                <a:ln w="12700">
                  <a:solidFill>
                    <a:schemeClr val="tx1"/>
                  </a:solidFill>
                  <a:miter lim="800000"/>
                  <a:headEnd/>
                  <a:tailEnd/>
                </a:ln>
              </p:spPr>
              <p:txBody>
                <a:bodyPr wrap="none" anchor="ctr"/>
                <a:lstStyle/>
                <a:p>
                  <a:pPr algn="ctr"/>
                  <a:r>
                    <a:rPr lang="en-US" dirty="0">
                      <a:latin typeface="Consolas" pitchFamily="49" charset="0"/>
                    </a:rPr>
                    <a:t>b</a:t>
                  </a:r>
                  <a:endParaRPr lang="en-US" dirty="0">
                    <a:latin typeface="Times New Roman" pitchFamily="18" charset="0"/>
                  </a:endParaRPr>
                </a:p>
              </p:txBody>
            </p:sp>
            <p:sp>
              <p:nvSpPr>
                <p:cNvPr id="62500" name="Rectangle 48"/>
                <p:cNvSpPr>
                  <a:spLocks noChangeArrowheads="1"/>
                </p:cNvSpPr>
                <p:nvPr/>
              </p:nvSpPr>
              <p:spPr bwMode="auto">
                <a:xfrm>
                  <a:off x="4416" y="2784"/>
                  <a:ext cx="288" cy="290"/>
                </a:xfrm>
                <a:prstGeom prst="rect">
                  <a:avLst/>
                </a:prstGeom>
                <a:noFill/>
                <a:ln w="12700">
                  <a:solidFill>
                    <a:schemeClr val="tx1"/>
                  </a:solidFill>
                  <a:miter lim="800000"/>
                  <a:headEnd/>
                  <a:tailEnd/>
                </a:ln>
              </p:spPr>
              <p:txBody>
                <a:bodyPr wrap="none" anchor="ctr"/>
                <a:lstStyle/>
                <a:p>
                  <a:pPr algn="ctr"/>
                  <a:r>
                    <a:rPr lang="en-US">
                      <a:latin typeface="Consolas" pitchFamily="49" charset="0"/>
                    </a:rPr>
                    <a:t>c</a:t>
                  </a:r>
                  <a:endParaRPr lang="en-US">
                    <a:latin typeface="Times New Roman" pitchFamily="18" charset="0"/>
                  </a:endParaRPr>
                </a:p>
              </p:txBody>
            </p:sp>
          </p:grpSp>
          <p:sp>
            <p:nvSpPr>
              <p:cNvPr id="62474" name="Freeform 52"/>
              <p:cNvSpPr>
                <a:spLocks/>
              </p:cNvSpPr>
              <p:nvPr/>
            </p:nvSpPr>
            <p:spPr bwMode="auto">
              <a:xfrm>
                <a:off x="4114800" y="3352800"/>
                <a:ext cx="2505075" cy="439737"/>
              </a:xfrm>
              <a:custGeom>
                <a:avLst/>
                <a:gdLst>
                  <a:gd name="T0" fmla="*/ 0 w 1578"/>
                  <a:gd name="T1" fmla="*/ 2147483647 h 277"/>
                  <a:gd name="T2" fmla="*/ 2147483647 w 1578"/>
                  <a:gd name="T3" fmla="*/ 2147483647 h 277"/>
                  <a:gd name="T4" fmla="*/ 2147483647 w 1578"/>
                  <a:gd name="T5" fmla="*/ 2147483647 h 277"/>
                  <a:gd name="T6" fmla="*/ 2147483647 w 1578"/>
                  <a:gd name="T7" fmla="*/ 2147483647 h 277"/>
                  <a:gd name="T8" fmla="*/ 2147483647 w 1578"/>
                  <a:gd name="T9" fmla="*/ 2147483647 h 277"/>
                  <a:gd name="T10" fmla="*/ 2147483647 w 1578"/>
                  <a:gd name="T11" fmla="*/ 2147483647 h 277"/>
                  <a:gd name="T12" fmla="*/ 2147483647 w 1578"/>
                  <a:gd name="T13" fmla="*/ 2147483647 h 277"/>
                  <a:gd name="T14" fmla="*/ 0 60000 65536"/>
                  <a:gd name="T15" fmla="*/ 0 60000 65536"/>
                  <a:gd name="T16" fmla="*/ 0 60000 65536"/>
                  <a:gd name="T17" fmla="*/ 0 60000 65536"/>
                  <a:gd name="T18" fmla="*/ 0 60000 65536"/>
                  <a:gd name="T19" fmla="*/ 0 60000 65536"/>
                  <a:gd name="T20" fmla="*/ 0 60000 65536"/>
                  <a:gd name="T21" fmla="*/ 0 w 1578"/>
                  <a:gd name="T22" fmla="*/ 0 h 277"/>
                  <a:gd name="T23" fmla="*/ 1578 w 1578"/>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78" h="277">
                    <a:moveTo>
                      <a:pt x="0" y="261"/>
                    </a:moveTo>
                    <a:cubicBezTo>
                      <a:pt x="28" y="259"/>
                      <a:pt x="105" y="277"/>
                      <a:pt x="168" y="249"/>
                    </a:cubicBezTo>
                    <a:cubicBezTo>
                      <a:pt x="231" y="221"/>
                      <a:pt x="265" y="133"/>
                      <a:pt x="378" y="93"/>
                    </a:cubicBezTo>
                    <a:cubicBezTo>
                      <a:pt x="491" y="53"/>
                      <a:pt x="719" y="18"/>
                      <a:pt x="846" y="9"/>
                    </a:cubicBezTo>
                    <a:cubicBezTo>
                      <a:pt x="973" y="0"/>
                      <a:pt x="1060" y="27"/>
                      <a:pt x="1140" y="39"/>
                    </a:cubicBezTo>
                    <a:cubicBezTo>
                      <a:pt x="1220" y="51"/>
                      <a:pt x="1253" y="58"/>
                      <a:pt x="1326" y="81"/>
                    </a:cubicBezTo>
                    <a:cubicBezTo>
                      <a:pt x="1399" y="104"/>
                      <a:pt x="1526" y="157"/>
                      <a:pt x="1578" y="177"/>
                    </a:cubicBezTo>
                  </a:path>
                </a:pathLst>
              </a:custGeom>
              <a:noFill/>
              <a:ln w="19050">
                <a:solidFill>
                  <a:schemeClr val="tx1"/>
                </a:solidFill>
                <a:round/>
                <a:headEnd/>
                <a:tailEnd type="triangle" w="lg" len="lg"/>
              </a:ln>
            </p:spPr>
            <p:txBody>
              <a:bodyPr/>
              <a:lstStyle/>
              <a:p>
                <a:endParaRPr lang="en-US"/>
              </a:p>
            </p:txBody>
          </p:sp>
        </p:grpSp>
      </p:grpSp>
      <p:sp>
        <p:nvSpPr>
          <p:cNvPr id="3" name="Slide Number Placeholder 2"/>
          <p:cNvSpPr>
            <a:spLocks noGrp="1"/>
          </p:cNvSpPr>
          <p:nvPr>
            <p:ph type="sldNum" sz="quarter" idx="12"/>
          </p:nvPr>
        </p:nvSpPr>
        <p:spPr/>
        <p:txBody>
          <a:bodyPr/>
          <a:lstStyle/>
          <a:p>
            <a:pPr>
              <a:defRPr/>
            </a:pPr>
            <a:fld id="{401BDA99-337C-4C13-B007-2397F17C6D5C}" type="slidenum">
              <a:rPr lang="en-US" smtClean="0"/>
              <a:pPr>
                <a:defRPr/>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
            <a:ext cx="8686800" cy="6705600"/>
          </a:xfrm>
        </p:spPr>
        <p:txBody>
          <a:bodyPr>
            <a:noAutofit/>
          </a:bodyPr>
          <a:lstStyle/>
          <a:p>
            <a:pPr marL="0">
              <a:spcBef>
                <a:spcPts val="0"/>
              </a:spcBef>
              <a:buFont typeface="Arial" pitchFamily="34" charset="0"/>
              <a:buNone/>
              <a:defRPr/>
            </a:pPr>
            <a:r>
              <a:rPr lang="en-US" sz="2500" dirty="0">
                <a:latin typeface="Maiandra GD" pitchFamily="34" charset="0"/>
              </a:rPr>
              <a:t>void </a:t>
            </a:r>
            <a:r>
              <a:rPr lang="en-US" sz="2500" dirty="0" err="1">
                <a:latin typeface="Maiandra GD" pitchFamily="34" charset="0"/>
              </a:rPr>
              <a:t>del_at</a:t>
            </a:r>
            <a:r>
              <a:rPr lang="en-US" sz="2500" dirty="0">
                <a:latin typeface="Maiandra GD" pitchFamily="34" charset="0"/>
              </a:rPr>
              <a:t>(</a:t>
            </a:r>
            <a:r>
              <a:rPr lang="en-US" sz="2500" dirty="0" err="1">
                <a:latin typeface="Maiandra GD" pitchFamily="34" charset="0"/>
              </a:rPr>
              <a:t>int</a:t>
            </a:r>
            <a:r>
              <a:rPr lang="en-US" sz="2500" dirty="0">
                <a:latin typeface="Maiandra GD" pitchFamily="34" charset="0"/>
              </a:rPr>
              <a:t> c)</a:t>
            </a:r>
          </a:p>
          <a:p>
            <a:pPr marL="0">
              <a:spcBef>
                <a:spcPts val="0"/>
              </a:spcBef>
              <a:buFont typeface="Arial" pitchFamily="34" charset="0"/>
              <a:buNone/>
              <a:defRPr/>
            </a:pPr>
            <a:r>
              <a:rPr lang="en-US" sz="2500" dirty="0">
                <a:latin typeface="Maiandra GD" pitchFamily="34" charset="0"/>
              </a:rPr>
              <a:t>{   </a:t>
            </a:r>
          </a:p>
          <a:p>
            <a:pPr marL="0">
              <a:spcBef>
                <a:spcPts val="0"/>
              </a:spcBef>
              <a:buFont typeface="Arial" pitchFamily="34" charset="0"/>
              <a:buNone/>
              <a:defRPr/>
            </a:pPr>
            <a:r>
              <a:rPr lang="en-US" sz="2500" dirty="0">
                <a:latin typeface="Maiandra GD" pitchFamily="34" charset="0"/>
              </a:rPr>
              <a:t>    node *s=start;</a:t>
            </a:r>
          </a:p>
          <a:p>
            <a:pPr marL="0">
              <a:spcBef>
                <a:spcPts val="0"/>
              </a:spcBef>
              <a:buFont typeface="Arial" pitchFamily="34" charset="0"/>
              <a:buNone/>
              <a:defRPr/>
            </a:pPr>
            <a:r>
              <a:rPr lang="en-US" sz="2500" dirty="0">
                <a:latin typeface="Maiandra GD" pitchFamily="34" charset="0"/>
              </a:rPr>
              <a:t>      {</a:t>
            </a:r>
          </a:p>
          <a:p>
            <a:pPr marL="0">
              <a:spcBef>
                <a:spcPts val="0"/>
              </a:spcBef>
              <a:buFont typeface="Arial" pitchFamily="34" charset="0"/>
              <a:buNone/>
              <a:defRPr/>
            </a:pPr>
            <a:r>
              <a:rPr lang="en-US" sz="2500" dirty="0">
                <a:latin typeface="Maiandra GD" pitchFamily="34" charset="0"/>
              </a:rPr>
              <a:t>	 for(</a:t>
            </a:r>
            <a:r>
              <a:rPr lang="en-US" sz="2500" dirty="0" err="1">
                <a:latin typeface="Maiandra GD" pitchFamily="34" charset="0"/>
              </a:rPr>
              <a:t>int</a:t>
            </a:r>
            <a:r>
              <a:rPr lang="en-US" sz="2500" dirty="0">
                <a:latin typeface="Maiandra GD" pitchFamily="34" charset="0"/>
              </a:rPr>
              <a:t> </a:t>
            </a:r>
            <a:r>
              <a:rPr lang="en-US" sz="2500" dirty="0" err="1">
                <a:latin typeface="Maiandra GD" pitchFamily="34" charset="0"/>
              </a:rPr>
              <a:t>i</a:t>
            </a:r>
            <a:r>
              <a:rPr lang="en-US" sz="2500" dirty="0">
                <a:latin typeface="Maiandra GD" pitchFamily="34" charset="0"/>
              </a:rPr>
              <a:t>=1;i&lt;c-1;i++)</a:t>
            </a:r>
          </a:p>
          <a:p>
            <a:pPr marL="0">
              <a:spcBef>
                <a:spcPts val="0"/>
              </a:spcBef>
              <a:buFont typeface="Arial" pitchFamily="34" charset="0"/>
              <a:buNone/>
              <a:defRPr/>
            </a:pPr>
            <a:r>
              <a:rPr lang="en-US" sz="2500" dirty="0">
                <a:latin typeface="Maiandra GD" pitchFamily="34" charset="0"/>
              </a:rPr>
              <a:t>	 {</a:t>
            </a:r>
          </a:p>
          <a:p>
            <a:pPr marL="0">
              <a:spcBef>
                <a:spcPts val="0"/>
              </a:spcBef>
              <a:buFont typeface="Arial" pitchFamily="34" charset="0"/>
              <a:buNone/>
              <a:defRPr/>
            </a:pPr>
            <a:r>
              <a:rPr lang="en-US" sz="2500" dirty="0">
                <a:latin typeface="Maiandra GD" pitchFamily="34" charset="0"/>
              </a:rPr>
              <a:t>	  s=s-&gt;next;</a:t>
            </a:r>
          </a:p>
          <a:p>
            <a:pPr marL="0">
              <a:spcBef>
                <a:spcPts val="0"/>
              </a:spcBef>
              <a:buFont typeface="Arial" pitchFamily="34" charset="0"/>
              <a:buNone/>
              <a:defRPr/>
            </a:pPr>
            <a:r>
              <a:rPr lang="en-US" sz="2500" dirty="0">
                <a:latin typeface="Maiandra GD" pitchFamily="34" charset="0"/>
              </a:rPr>
              <a:t>	 }</a:t>
            </a:r>
          </a:p>
          <a:p>
            <a:pPr marL="0">
              <a:spcBef>
                <a:spcPts val="0"/>
              </a:spcBef>
              <a:buFont typeface="Arial" pitchFamily="34" charset="0"/>
              <a:buNone/>
              <a:defRPr/>
            </a:pPr>
            <a:r>
              <a:rPr lang="en-US" sz="2500" dirty="0">
                <a:latin typeface="Maiandra GD" pitchFamily="34" charset="0"/>
              </a:rPr>
              <a:t>    node *p=s-&gt;next;</a:t>
            </a:r>
          </a:p>
          <a:p>
            <a:pPr marL="0">
              <a:spcBef>
                <a:spcPts val="0"/>
              </a:spcBef>
              <a:buFont typeface="Arial" pitchFamily="34" charset="0"/>
              <a:buNone/>
              <a:defRPr/>
            </a:pPr>
            <a:r>
              <a:rPr lang="en-US" sz="2500" dirty="0">
                <a:latin typeface="Maiandra GD" pitchFamily="34" charset="0"/>
              </a:rPr>
              <a:t>    s-&gt;next=p-&gt;next;</a:t>
            </a:r>
          </a:p>
          <a:p>
            <a:pPr marL="0">
              <a:spcBef>
                <a:spcPts val="0"/>
              </a:spcBef>
              <a:buFont typeface="Arial" pitchFamily="34" charset="0"/>
              <a:buNone/>
              <a:defRPr/>
            </a:pPr>
            <a:r>
              <a:rPr lang="en-US" sz="2500" dirty="0">
                <a:latin typeface="Maiandra GD" pitchFamily="34" charset="0"/>
              </a:rPr>
              <a:t>    p-&gt;next-&gt;previous=s;</a:t>
            </a:r>
          </a:p>
          <a:p>
            <a:pPr marL="0">
              <a:spcBef>
                <a:spcPts val="0"/>
              </a:spcBef>
              <a:buFont typeface="Arial" pitchFamily="34" charset="0"/>
              <a:buNone/>
              <a:defRPr/>
            </a:pPr>
            <a:r>
              <a:rPr lang="en-US" sz="2500" dirty="0">
                <a:latin typeface="Maiandra GD" pitchFamily="34" charset="0"/>
              </a:rPr>
              <a:t>    delete p;</a:t>
            </a:r>
          </a:p>
          <a:p>
            <a:pPr marL="0">
              <a:spcBef>
                <a:spcPts val="0"/>
              </a:spcBef>
              <a:buFont typeface="Arial" pitchFamily="34" charset="0"/>
              <a:buNone/>
              <a:defRPr/>
            </a:pPr>
            <a:r>
              <a:rPr lang="en-US" sz="2500" dirty="0">
                <a:latin typeface="Maiandra GD" pitchFamily="34" charset="0"/>
              </a:rPr>
              <a:t>    </a:t>
            </a:r>
            <a:r>
              <a:rPr lang="en-US" sz="2500" dirty="0" err="1">
                <a:latin typeface="Maiandra GD" pitchFamily="34" charset="0"/>
              </a:rPr>
              <a:t>cout</a:t>
            </a:r>
            <a:r>
              <a:rPr lang="en-US" sz="2500" dirty="0">
                <a:latin typeface="Maiandra GD" pitchFamily="34" charset="0"/>
              </a:rPr>
              <a:t>&lt;&lt;"\</a:t>
            </a:r>
            <a:r>
              <a:rPr lang="en-US" sz="2500" dirty="0" err="1">
                <a:latin typeface="Maiandra GD" pitchFamily="34" charset="0"/>
              </a:rPr>
              <a:t>nNode</a:t>
            </a:r>
            <a:r>
              <a:rPr lang="en-US" sz="2500" dirty="0">
                <a:latin typeface="Maiandra GD" pitchFamily="34" charset="0"/>
              </a:rPr>
              <a:t> number "&lt;&lt;c&lt;&lt;" deleted successfully";</a:t>
            </a:r>
          </a:p>
          <a:p>
            <a:pPr marL="0">
              <a:spcBef>
                <a:spcPts val="0"/>
              </a:spcBef>
              <a:buFont typeface="Arial" pitchFamily="34" charset="0"/>
              <a:buNone/>
              <a:defRPr/>
            </a:pPr>
            <a:r>
              <a:rPr lang="en-US" sz="2500" dirty="0">
                <a:latin typeface="Maiandra GD" pitchFamily="34" charset="0"/>
              </a:rPr>
              <a:t>      }</a:t>
            </a:r>
          </a:p>
          <a:p>
            <a:pPr marL="0">
              <a:spcBef>
                <a:spcPts val="0"/>
              </a:spcBef>
              <a:buFont typeface="Arial" pitchFamily="34" charset="0"/>
              <a:buNone/>
              <a:defRPr/>
            </a:pPr>
            <a:r>
              <a:rPr lang="en-US" sz="2500" dirty="0">
                <a:latin typeface="Maiandra GD" pitchFamily="34" charset="0"/>
              </a:rPr>
              <a:t>   }</a:t>
            </a:r>
          </a:p>
          <a:p>
            <a:pPr marL="0">
              <a:spcBef>
                <a:spcPts val="0"/>
              </a:spcBef>
              <a:buFont typeface="Arial" pitchFamily="34" charset="0"/>
              <a:buNone/>
              <a:defRPr/>
            </a:pPr>
            <a:r>
              <a:rPr lang="en-US" sz="2500" dirty="0">
                <a:latin typeface="Maiandra GD" pitchFamily="34" charset="0"/>
              </a:rPr>
              <a:t>}</a:t>
            </a:r>
          </a:p>
          <a:p>
            <a:pPr>
              <a:spcBef>
                <a:spcPts val="0"/>
              </a:spcBef>
              <a:defRPr/>
            </a:pPr>
            <a:endParaRPr lang="en-US" sz="2500" dirty="0">
              <a:latin typeface="Maiandra GD" pitchFamily="34" charset="0"/>
            </a:endParaRPr>
          </a:p>
        </p:txBody>
      </p:sp>
      <p:sp>
        <p:nvSpPr>
          <p:cNvPr id="2" name="Slide Number Placeholder 1"/>
          <p:cNvSpPr>
            <a:spLocks noGrp="1"/>
          </p:cNvSpPr>
          <p:nvPr>
            <p:ph type="sldNum" sz="quarter" idx="12"/>
          </p:nvPr>
        </p:nvSpPr>
        <p:spPr/>
        <p:txBody>
          <a:bodyPr/>
          <a:lstStyle/>
          <a:p>
            <a:pPr>
              <a:defRPr/>
            </a:pPr>
            <a:fld id="{1A80F18F-155E-47C7-A1B7-7A3F9EF17B5E}" type="slidenum">
              <a:rPr lang="en-US" smtClean="0"/>
              <a:pPr>
                <a:defRPr/>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a:xfrm>
            <a:off x="457200" y="381000"/>
            <a:ext cx="8229600" cy="819150"/>
          </a:xfrm>
        </p:spPr>
        <p:txBody>
          <a:bodyPr/>
          <a:lstStyle/>
          <a:p>
            <a:r>
              <a:rPr lang="en-US" sz="4000" b="1">
                <a:latin typeface="Maiandra GD" pitchFamily="34" charset="0"/>
              </a:rPr>
              <a:t>APPLICATIONS OF LINKED LIST</a:t>
            </a:r>
          </a:p>
        </p:txBody>
      </p:sp>
      <p:sp>
        <p:nvSpPr>
          <p:cNvPr id="3" name="Content Placeholder 2"/>
          <p:cNvSpPr>
            <a:spLocks noGrp="1"/>
          </p:cNvSpPr>
          <p:nvPr>
            <p:ph idx="1"/>
          </p:nvPr>
        </p:nvSpPr>
        <p:spPr>
          <a:xfrm>
            <a:off x="152400" y="1219200"/>
            <a:ext cx="8839200" cy="3733800"/>
          </a:xfrm>
        </p:spPr>
        <p:txBody>
          <a:bodyPr>
            <a:normAutofit lnSpcReduction="10000"/>
          </a:bodyPr>
          <a:lstStyle/>
          <a:p>
            <a:pPr marL="457200" indent="-457200" algn="just">
              <a:buFont typeface="+mj-lt"/>
              <a:buAutoNum type="arabicPeriod"/>
              <a:defRPr/>
            </a:pPr>
            <a:r>
              <a:rPr lang="en-US" sz="2800" dirty="0">
                <a:latin typeface="Maiandra GD" pitchFamily="34" charset="0"/>
              </a:rPr>
              <a:t>Applications that have an MRU (Most Recently Used) list (a linked list of file names). </a:t>
            </a:r>
          </a:p>
          <a:p>
            <a:pPr marL="457200" indent="-457200" algn="just">
              <a:buFont typeface="+mj-lt"/>
              <a:buAutoNum type="arabicPeriod"/>
              <a:defRPr/>
            </a:pPr>
            <a:r>
              <a:rPr lang="en-US" sz="2800" dirty="0">
                <a:latin typeface="Maiandra GD" pitchFamily="34" charset="0"/>
              </a:rPr>
              <a:t>The cache in your browser that allows you to hit the BACK button (a linked list of URLs).</a:t>
            </a:r>
          </a:p>
          <a:p>
            <a:pPr marL="457200" indent="-457200" algn="just">
              <a:buFont typeface="+mj-lt"/>
              <a:buAutoNum type="arabicPeriod"/>
              <a:defRPr/>
            </a:pPr>
            <a:r>
              <a:rPr lang="en-US" sz="2800" dirty="0">
                <a:latin typeface="Maiandra GD" pitchFamily="34" charset="0"/>
              </a:rPr>
              <a:t>Undo functionality in Photoshop or Word (a linked list of state). </a:t>
            </a:r>
          </a:p>
          <a:p>
            <a:pPr marL="457200" indent="-457200" algn="just">
              <a:buFont typeface="+mj-lt"/>
              <a:buAutoNum type="arabicPeriod"/>
              <a:defRPr/>
            </a:pPr>
            <a:r>
              <a:rPr lang="en-US" sz="2800" dirty="0">
                <a:latin typeface="Maiandra GD" pitchFamily="34" charset="0"/>
              </a:rPr>
              <a:t>A stack, hash table, and binary tree can be implemented using a doubly linked list. </a:t>
            </a:r>
          </a:p>
        </p:txBody>
      </p:sp>
      <p:sp>
        <p:nvSpPr>
          <p:cNvPr id="4" name="Slide Number Placeholder 3"/>
          <p:cNvSpPr>
            <a:spLocks noGrp="1"/>
          </p:cNvSpPr>
          <p:nvPr>
            <p:ph type="sldNum" sz="quarter" idx="12"/>
          </p:nvPr>
        </p:nvSpPr>
        <p:spPr/>
        <p:txBody>
          <a:bodyPr/>
          <a:lstStyle/>
          <a:p>
            <a:pPr>
              <a:defRPr/>
            </a:pPr>
            <a:fld id="{68C6C6B7-AB9C-4E65-A0AB-9B0E69500DA9}" type="slidenum">
              <a:rPr lang="en-US" smtClean="0"/>
              <a:pPr>
                <a:defRPr/>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57200" y="0"/>
            <a:ext cx="8229600" cy="1143000"/>
          </a:xfrm>
        </p:spPr>
        <p:txBody>
          <a:bodyPr/>
          <a:lstStyle/>
          <a:p>
            <a:pPr eaLnBrk="1" hangingPunct="1"/>
            <a:r>
              <a:rPr lang="en-US" altLang="zh-CN" sz="3600" b="1">
                <a:latin typeface="Maiandra GD" pitchFamily="34" charset="0"/>
              </a:rPr>
              <a:t>Variations of Linked Lists</a:t>
            </a:r>
            <a:endParaRPr lang="en-US" sz="3600" b="1">
              <a:latin typeface="Maiandra GD" pitchFamily="34" charset="0"/>
              <a:ea typeface="SimSun" pitchFamily="2" charset="-122"/>
            </a:endParaRPr>
          </a:p>
        </p:txBody>
      </p:sp>
      <p:sp>
        <p:nvSpPr>
          <p:cNvPr id="65539" name="Rectangle 3"/>
          <p:cNvSpPr>
            <a:spLocks noGrp="1" noChangeArrowheads="1"/>
          </p:cNvSpPr>
          <p:nvPr>
            <p:ph idx="1"/>
          </p:nvPr>
        </p:nvSpPr>
        <p:spPr>
          <a:xfrm>
            <a:off x="152400" y="914400"/>
            <a:ext cx="8686800" cy="5486400"/>
          </a:xfrm>
        </p:spPr>
        <p:txBody>
          <a:bodyPr/>
          <a:lstStyle/>
          <a:p>
            <a:pPr eaLnBrk="1" hangingPunct="1">
              <a:lnSpc>
                <a:spcPct val="90000"/>
              </a:lnSpc>
            </a:pPr>
            <a:r>
              <a:rPr lang="en-US" altLang="zh-CN" sz="2800" b="1">
                <a:latin typeface="Maiandra GD" pitchFamily="34" charset="0"/>
              </a:rPr>
              <a:t>Circular linked lists</a:t>
            </a:r>
          </a:p>
          <a:p>
            <a:pPr lvl="1" eaLnBrk="1" hangingPunct="1">
              <a:lnSpc>
                <a:spcPct val="90000"/>
              </a:lnSpc>
              <a:buFont typeface="Wingdings" pitchFamily="2" charset="2"/>
              <a:buChar char="§"/>
            </a:pPr>
            <a:r>
              <a:rPr lang="en-US" altLang="zh-CN">
                <a:latin typeface="Maiandra GD" pitchFamily="34" charset="0"/>
              </a:rPr>
              <a:t>The last node points to the first node of the list.</a:t>
            </a:r>
          </a:p>
          <a:p>
            <a:pPr lvl="1" eaLnBrk="1" hangingPunct="1">
              <a:lnSpc>
                <a:spcPct val="90000"/>
              </a:lnSpc>
            </a:pPr>
            <a:endParaRPr lang="en-US" altLang="zh-CN">
              <a:latin typeface="Maiandra GD" pitchFamily="34" charset="0"/>
            </a:endParaRPr>
          </a:p>
          <a:p>
            <a:pPr lvl="1" eaLnBrk="1" hangingPunct="1">
              <a:lnSpc>
                <a:spcPct val="90000"/>
              </a:lnSpc>
            </a:pPr>
            <a:endParaRPr lang="en-US" altLang="zh-CN">
              <a:latin typeface="Maiandra GD" pitchFamily="34" charset="0"/>
            </a:endParaRPr>
          </a:p>
          <a:p>
            <a:pPr lvl="1" eaLnBrk="1" hangingPunct="1">
              <a:lnSpc>
                <a:spcPct val="90000"/>
              </a:lnSpc>
            </a:pPr>
            <a:endParaRPr lang="en-US" altLang="zh-CN">
              <a:latin typeface="Maiandra GD" pitchFamily="34" charset="0"/>
            </a:endParaRPr>
          </a:p>
          <a:p>
            <a:pPr lvl="1" eaLnBrk="1" hangingPunct="1">
              <a:lnSpc>
                <a:spcPct val="90000"/>
              </a:lnSpc>
            </a:pPr>
            <a:endParaRPr lang="en-US" altLang="zh-CN">
              <a:latin typeface="Maiandra GD" pitchFamily="34" charset="0"/>
            </a:endParaRPr>
          </a:p>
          <a:p>
            <a:pPr lvl="1" eaLnBrk="1" hangingPunct="1">
              <a:lnSpc>
                <a:spcPct val="90000"/>
              </a:lnSpc>
            </a:pPr>
            <a:endParaRPr lang="en-US" altLang="zh-CN">
              <a:latin typeface="Maiandra GD" pitchFamily="34" charset="0"/>
            </a:endParaRPr>
          </a:p>
          <a:p>
            <a:pPr lvl="1" eaLnBrk="1" hangingPunct="1">
              <a:lnSpc>
                <a:spcPct val="90000"/>
              </a:lnSpc>
              <a:buFont typeface="Wingdings" pitchFamily="2" charset="2"/>
              <a:buChar char="§"/>
            </a:pPr>
            <a:r>
              <a:rPr lang="en-US" altLang="zh-CN">
                <a:latin typeface="Maiandra GD" pitchFamily="34" charset="0"/>
              </a:rPr>
              <a:t>How do we know when we have finished traversing the list? </a:t>
            </a:r>
          </a:p>
          <a:p>
            <a:pPr lvl="1" eaLnBrk="1" hangingPunct="1">
              <a:lnSpc>
                <a:spcPct val="90000"/>
              </a:lnSpc>
              <a:buFont typeface="Wingdings" pitchFamily="2" charset="2"/>
              <a:buChar char="§"/>
            </a:pPr>
            <a:r>
              <a:rPr lang="en-US" altLang="zh-CN">
                <a:latin typeface="Maiandra GD" pitchFamily="34" charset="0"/>
              </a:rPr>
              <a:t>(</a:t>
            </a:r>
            <a:r>
              <a:rPr lang="en-US" altLang="zh-CN" u="sng">
                <a:latin typeface="Maiandra GD" pitchFamily="34" charset="0"/>
              </a:rPr>
              <a:t>Hint:</a:t>
            </a:r>
            <a:r>
              <a:rPr lang="en-US" altLang="zh-CN">
                <a:latin typeface="Maiandra GD" pitchFamily="34" charset="0"/>
              </a:rPr>
              <a:t> check if the pointer of the current node is equal to the </a:t>
            </a:r>
            <a:r>
              <a:rPr lang="en-US" altLang="zh-CN" b="1">
                <a:latin typeface="Maiandra GD" pitchFamily="34" charset="0"/>
              </a:rPr>
              <a:t>Start</a:t>
            </a:r>
            <a:r>
              <a:rPr lang="en-US" altLang="zh-CN">
                <a:latin typeface="Maiandra GD" pitchFamily="34" charset="0"/>
              </a:rPr>
              <a:t> (head) pointer).</a:t>
            </a:r>
          </a:p>
          <a:p>
            <a:pPr eaLnBrk="1" hangingPunct="1">
              <a:lnSpc>
                <a:spcPct val="90000"/>
              </a:lnSpc>
            </a:pPr>
            <a:endParaRPr lang="en-US"/>
          </a:p>
        </p:txBody>
      </p:sp>
      <p:sp>
        <p:nvSpPr>
          <p:cNvPr id="24" name="Slide Number Placeholder 5"/>
          <p:cNvSpPr>
            <a:spLocks noGrp="1"/>
          </p:cNvSpPr>
          <p:nvPr>
            <p:ph type="sldNum" sz="quarter" idx="12"/>
          </p:nvPr>
        </p:nvSpPr>
        <p:spPr/>
        <p:txBody>
          <a:bodyPr/>
          <a:lstStyle/>
          <a:p>
            <a:pPr>
              <a:defRPr/>
            </a:pPr>
            <a:fld id="{3F2CB67B-419D-4A42-9195-A5635811CF58}" type="slidenum">
              <a:rPr lang="en-US"/>
              <a:pPr>
                <a:defRPr/>
              </a:pPr>
              <a:t>63</a:t>
            </a:fld>
            <a:endParaRPr lang="en-US"/>
          </a:p>
        </p:txBody>
      </p:sp>
      <p:sp>
        <p:nvSpPr>
          <p:cNvPr id="65541" name="Text Box 31"/>
          <p:cNvSpPr txBox="1">
            <a:spLocks noChangeArrowheads="1"/>
          </p:cNvSpPr>
          <p:nvPr/>
        </p:nvSpPr>
        <p:spPr bwMode="auto">
          <a:xfrm>
            <a:off x="1219200" y="3352800"/>
            <a:ext cx="887413" cy="523875"/>
          </a:xfrm>
          <a:prstGeom prst="rect">
            <a:avLst/>
          </a:prstGeom>
          <a:noFill/>
          <a:ln w="9525">
            <a:noFill/>
            <a:miter lim="800000"/>
            <a:headEnd/>
            <a:tailEnd/>
          </a:ln>
        </p:spPr>
        <p:txBody>
          <a:bodyPr wrap="none">
            <a:spAutoFit/>
          </a:bodyPr>
          <a:lstStyle/>
          <a:p>
            <a:pPr algn="ctr"/>
            <a:r>
              <a:rPr lang="en-US" altLang="zh-CN" sz="2800" b="1">
                <a:latin typeface="Maiandra GD" pitchFamily="34" charset="0"/>
              </a:rPr>
              <a:t>Start</a:t>
            </a:r>
          </a:p>
        </p:txBody>
      </p:sp>
      <p:grpSp>
        <p:nvGrpSpPr>
          <p:cNvPr id="65542" name="Group 27"/>
          <p:cNvGrpSpPr>
            <a:grpSpLocks/>
          </p:cNvGrpSpPr>
          <p:nvPr/>
        </p:nvGrpSpPr>
        <p:grpSpPr bwMode="auto">
          <a:xfrm>
            <a:off x="1285875" y="2209800"/>
            <a:ext cx="6096000" cy="990600"/>
            <a:chOff x="1285875" y="2819400"/>
            <a:chExt cx="6096000" cy="990600"/>
          </a:xfrm>
        </p:grpSpPr>
        <p:grpSp>
          <p:nvGrpSpPr>
            <p:cNvPr id="65543" name="Group 26"/>
            <p:cNvGrpSpPr>
              <a:grpSpLocks/>
            </p:cNvGrpSpPr>
            <p:nvPr/>
          </p:nvGrpSpPr>
          <p:grpSpPr bwMode="auto">
            <a:xfrm>
              <a:off x="2819400" y="2819400"/>
              <a:ext cx="4243388" cy="715963"/>
              <a:chOff x="2819400" y="2819400"/>
              <a:chExt cx="4243388" cy="715963"/>
            </a:xfrm>
          </p:grpSpPr>
          <p:sp>
            <p:nvSpPr>
              <p:cNvPr id="65562" name="Line 38"/>
              <p:cNvSpPr>
                <a:spLocks noChangeShapeType="1"/>
              </p:cNvSpPr>
              <p:nvPr/>
            </p:nvSpPr>
            <p:spPr bwMode="auto">
              <a:xfrm flipV="1">
                <a:off x="7061200" y="2819400"/>
                <a:ext cx="1588" cy="715963"/>
              </a:xfrm>
              <a:prstGeom prst="line">
                <a:avLst/>
              </a:prstGeom>
              <a:noFill/>
              <a:ln w="31750">
                <a:solidFill>
                  <a:schemeClr val="hlink"/>
                </a:solidFill>
                <a:round/>
                <a:headEnd type="oval" w="med" len="med"/>
                <a:tailEnd type="none" w="sm" len="sm"/>
              </a:ln>
            </p:spPr>
            <p:txBody>
              <a:bodyPr/>
              <a:lstStyle/>
              <a:p>
                <a:endParaRPr lang="en-US"/>
              </a:p>
            </p:txBody>
          </p:sp>
          <p:sp>
            <p:nvSpPr>
              <p:cNvPr id="65563" name="Line 40"/>
              <p:cNvSpPr>
                <a:spLocks noChangeShapeType="1"/>
              </p:cNvSpPr>
              <p:nvPr/>
            </p:nvSpPr>
            <p:spPr bwMode="auto">
              <a:xfrm>
                <a:off x="2819400" y="2824163"/>
                <a:ext cx="0" cy="381000"/>
              </a:xfrm>
              <a:prstGeom prst="line">
                <a:avLst/>
              </a:prstGeom>
              <a:noFill/>
              <a:ln w="31750">
                <a:solidFill>
                  <a:schemeClr val="hlink"/>
                </a:solidFill>
                <a:round/>
                <a:headEnd type="none" w="sm" len="sm"/>
                <a:tailEnd type="triangle" w="med" len="med"/>
              </a:ln>
            </p:spPr>
            <p:txBody>
              <a:bodyPr/>
              <a:lstStyle/>
              <a:p>
                <a:endParaRPr lang="en-US"/>
              </a:p>
            </p:txBody>
          </p:sp>
        </p:grpSp>
        <p:grpSp>
          <p:nvGrpSpPr>
            <p:cNvPr id="65544" name="Group 25"/>
            <p:cNvGrpSpPr>
              <a:grpSpLocks/>
            </p:cNvGrpSpPr>
            <p:nvPr/>
          </p:nvGrpSpPr>
          <p:grpSpPr bwMode="auto">
            <a:xfrm>
              <a:off x="1285875" y="2835275"/>
              <a:ext cx="6096000" cy="974725"/>
              <a:chOff x="1285875" y="2824163"/>
              <a:chExt cx="6096000" cy="974725"/>
            </a:xfrm>
          </p:grpSpPr>
          <p:sp>
            <p:nvSpPr>
              <p:cNvPr id="65545" name="Rectangle 22"/>
              <p:cNvSpPr>
                <a:spLocks noChangeArrowheads="1"/>
              </p:cNvSpPr>
              <p:nvPr/>
            </p:nvSpPr>
            <p:spPr bwMode="auto">
              <a:xfrm>
                <a:off x="3114675" y="3189288"/>
                <a:ext cx="609600" cy="609600"/>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65546" name="Line 23"/>
              <p:cNvSpPr>
                <a:spLocks noChangeShapeType="1"/>
              </p:cNvSpPr>
              <p:nvPr/>
            </p:nvSpPr>
            <p:spPr bwMode="auto">
              <a:xfrm flipV="1">
                <a:off x="3419475" y="3494088"/>
                <a:ext cx="914400" cy="0"/>
              </a:xfrm>
              <a:prstGeom prst="line">
                <a:avLst/>
              </a:prstGeom>
              <a:noFill/>
              <a:ln w="28575">
                <a:solidFill>
                  <a:schemeClr val="tx1"/>
                </a:solidFill>
                <a:round/>
                <a:headEnd type="oval" w="med" len="med"/>
                <a:tailEnd type="triangle" w="med" len="med"/>
              </a:ln>
            </p:spPr>
            <p:txBody>
              <a:bodyPr wrap="none"/>
              <a:lstStyle/>
              <a:p>
                <a:endParaRPr lang="en-US"/>
              </a:p>
            </p:txBody>
          </p:sp>
          <p:sp>
            <p:nvSpPr>
              <p:cNvPr id="65547" name="Rectangle 24"/>
              <p:cNvSpPr>
                <a:spLocks noChangeArrowheads="1"/>
              </p:cNvSpPr>
              <p:nvPr/>
            </p:nvSpPr>
            <p:spPr bwMode="auto">
              <a:xfrm>
                <a:off x="4943475" y="3189288"/>
                <a:ext cx="609600" cy="609600"/>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65548" name="Rectangle 25"/>
              <p:cNvSpPr>
                <a:spLocks noChangeArrowheads="1"/>
              </p:cNvSpPr>
              <p:nvPr/>
            </p:nvSpPr>
            <p:spPr bwMode="auto">
              <a:xfrm>
                <a:off x="6772275" y="3189288"/>
                <a:ext cx="609600" cy="609600"/>
              </a:xfrm>
              <a:prstGeom prst="rect">
                <a:avLst/>
              </a:prstGeom>
              <a:solidFill>
                <a:schemeClr val="accent1"/>
              </a:solidFill>
              <a:ln w="28575">
                <a:solidFill>
                  <a:schemeClr val="tx1"/>
                </a:solidFill>
                <a:miter lim="800000"/>
                <a:headEnd/>
                <a:tailEnd/>
              </a:ln>
            </p:spPr>
            <p:txBody>
              <a:bodyPr wrap="none" anchor="ctr"/>
              <a:lstStyle/>
              <a:p>
                <a:endParaRPr lang="en-US"/>
              </a:p>
            </p:txBody>
          </p:sp>
          <p:grpSp>
            <p:nvGrpSpPr>
              <p:cNvPr id="65549" name="Group 26"/>
              <p:cNvGrpSpPr>
                <a:grpSpLocks/>
              </p:cNvGrpSpPr>
              <p:nvPr/>
            </p:nvGrpSpPr>
            <p:grpSpPr bwMode="auto">
              <a:xfrm>
                <a:off x="2505075" y="3189288"/>
                <a:ext cx="609600" cy="609600"/>
                <a:chOff x="1728" y="2880"/>
                <a:chExt cx="384" cy="384"/>
              </a:xfrm>
            </p:grpSpPr>
            <p:sp>
              <p:nvSpPr>
                <p:cNvPr id="65560" name="Rectangle 27"/>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65561" name="Text Box 28"/>
                <p:cNvSpPr txBox="1">
                  <a:spLocks noChangeArrowheads="1"/>
                </p:cNvSpPr>
                <p:nvPr/>
              </p:nvSpPr>
              <p:spPr bwMode="auto">
                <a:xfrm>
                  <a:off x="1819" y="2966"/>
                  <a:ext cx="212"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A</a:t>
                  </a:r>
                </a:p>
              </p:txBody>
            </p:sp>
          </p:grpSp>
          <p:sp>
            <p:nvSpPr>
              <p:cNvPr id="65550" name="Rectangle 29"/>
              <p:cNvSpPr>
                <a:spLocks noChangeArrowheads="1"/>
              </p:cNvSpPr>
              <p:nvPr/>
            </p:nvSpPr>
            <p:spPr bwMode="auto">
              <a:xfrm>
                <a:off x="1285875" y="3182938"/>
                <a:ext cx="609600" cy="609600"/>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65551" name="Line 30"/>
              <p:cNvSpPr>
                <a:spLocks noChangeShapeType="1"/>
              </p:cNvSpPr>
              <p:nvPr/>
            </p:nvSpPr>
            <p:spPr bwMode="auto">
              <a:xfrm flipV="1">
                <a:off x="1590675" y="3494088"/>
                <a:ext cx="914400" cy="0"/>
              </a:xfrm>
              <a:prstGeom prst="line">
                <a:avLst/>
              </a:prstGeom>
              <a:noFill/>
              <a:ln w="28575">
                <a:solidFill>
                  <a:schemeClr val="tx1"/>
                </a:solidFill>
                <a:round/>
                <a:headEnd type="oval" w="med" len="med"/>
                <a:tailEnd type="triangle" w="med" len="med"/>
              </a:ln>
            </p:spPr>
            <p:txBody>
              <a:bodyPr wrap="none"/>
              <a:lstStyle/>
              <a:p>
                <a:endParaRPr lang="en-US"/>
              </a:p>
            </p:txBody>
          </p:sp>
          <p:grpSp>
            <p:nvGrpSpPr>
              <p:cNvPr id="65552" name="Group 32"/>
              <p:cNvGrpSpPr>
                <a:grpSpLocks/>
              </p:cNvGrpSpPr>
              <p:nvPr/>
            </p:nvGrpSpPr>
            <p:grpSpPr bwMode="auto">
              <a:xfrm>
                <a:off x="4333875" y="3189288"/>
                <a:ext cx="609600" cy="609600"/>
                <a:chOff x="1728" y="2880"/>
                <a:chExt cx="384" cy="384"/>
              </a:xfrm>
            </p:grpSpPr>
            <p:sp>
              <p:nvSpPr>
                <p:cNvPr id="65558" name="Rectangle 33"/>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65559" name="Text Box 34"/>
                <p:cNvSpPr txBox="1">
                  <a:spLocks noChangeArrowheads="1"/>
                </p:cNvSpPr>
                <p:nvPr/>
              </p:nvSpPr>
              <p:spPr bwMode="auto">
                <a:xfrm>
                  <a:off x="1820" y="2966"/>
                  <a:ext cx="210"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B</a:t>
                  </a:r>
                </a:p>
              </p:txBody>
            </p:sp>
          </p:grpSp>
          <p:grpSp>
            <p:nvGrpSpPr>
              <p:cNvPr id="65553" name="Group 35"/>
              <p:cNvGrpSpPr>
                <a:grpSpLocks/>
              </p:cNvGrpSpPr>
              <p:nvPr/>
            </p:nvGrpSpPr>
            <p:grpSpPr bwMode="auto">
              <a:xfrm>
                <a:off x="6162675" y="3189288"/>
                <a:ext cx="609600" cy="609600"/>
                <a:chOff x="1728" y="2880"/>
                <a:chExt cx="384" cy="384"/>
              </a:xfrm>
            </p:grpSpPr>
            <p:sp>
              <p:nvSpPr>
                <p:cNvPr id="65556" name="Rectangle 36"/>
                <p:cNvSpPr>
                  <a:spLocks noChangeArrowheads="1"/>
                </p:cNvSpPr>
                <p:nvPr/>
              </p:nvSpPr>
              <p:spPr bwMode="auto">
                <a:xfrm>
                  <a:off x="1728" y="2880"/>
                  <a:ext cx="384" cy="38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65557" name="Text Box 37"/>
                <p:cNvSpPr txBox="1">
                  <a:spLocks noChangeArrowheads="1"/>
                </p:cNvSpPr>
                <p:nvPr/>
              </p:nvSpPr>
              <p:spPr bwMode="auto">
                <a:xfrm>
                  <a:off x="1819" y="2966"/>
                  <a:ext cx="212" cy="250"/>
                </a:xfrm>
                <a:prstGeom prst="rect">
                  <a:avLst/>
                </a:prstGeom>
                <a:noFill/>
                <a:ln w="9525">
                  <a:noFill/>
                  <a:miter lim="800000"/>
                  <a:headEnd/>
                  <a:tailEnd/>
                </a:ln>
              </p:spPr>
              <p:txBody>
                <a:bodyPr wrap="none">
                  <a:spAutoFit/>
                </a:bodyPr>
                <a:lstStyle/>
                <a:p>
                  <a:pPr algn="ctr"/>
                  <a:r>
                    <a:rPr lang="en-US" altLang="zh-CN" sz="2000">
                      <a:solidFill>
                        <a:schemeClr val="bg1"/>
                      </a:solidFill>
                      <a:latin typeface="Tahoma" pitchFamily="34" charset="0"/>
                    </a:rPr>
                    <a:t>C</a:t>
                  </a:r>
                </a:p>
              </p:txBody>
            </p:sp>
          </p:grpSp>
          <p:sp>
            <p:nvSpPr>
              <p:cNvPr id="65554" name="Line 39"/>
              <p:cNvSpPr>
                <a:spLocks noChangeShapeType="1"/>
              </p:cNvSpPr>
              <p:nvPr/>
            </p:nvSpPr>
            <p:spPr bwMode="auto">
              <a:xfrm flipH="1">
                <a:off x="2819400" y="2824163"/>
                <a:ext cx="4241800" cy="0"/>
              </a:xfrm>
              <a:prstGeom prst="line">
                <a:avLst/>
              </a:prstGeom>
              <a:noFill/>
              <a:ln w="31750">
                <a:solidFill>
                  <a:schemeClr val="hlink"/>
                </a:solidFill>
                <a:round/>
                <a:headEnd type="none" w="sm" len="sm"/>
                <a:tailEnd type="none" w="sm" len="sm"/>
              </a:ln>
            </p:spPr>
            <p:txBody>
              <a:bodyPr/>
              <a:lstStyle/>
              <a:p>
                <a:endParaRPr lang="en-US"/>
              </a:p>
            </p:txBody>
          </p:sp>
          <p:sp>
            <p:nvSpPr>
              <p:cNvPr id="65555" name="Line 41"/>
              <p:cNvSpPr>
                <a:spLocks noChangeShapeType="1"/>
              </p:cNvSpPr>
              <p:nvPr/>
            </p:nvSpPr>
            <p:spPr bwMode="auto">
              <a:xfrm flipV="1">
                <a:off x="5245100" y="3429000"/>
                <a:ext cx="914400" cy="0"/>
              </a:xfrm>
              <a:prstGeom prst="line">
                <a:avLst/>
              </a:prstGeom>
              <a:noFill/>
              <a:ln w="28575">
                <a:solidFill>
                  <a:schemeClr val="tx1"/>
                </a:solidFill>
                <a:round/>
                <a:headEnd type="oval" w="med" len="med"/>
                <a:tailEnd type="triangle" w="med" len="med"/>
              </a:ln>
            </p:spPr>
            <p:txBody>
              <a:bodyPr wrap="none"/>
              <a:lstStyle/>
              <a:p>
                <a:endParaRPr lang="en-US"/>
              </a:p>
            </p:txBody>
          </p:sp>
        </p:gr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457200" y="76200"/>
            <a:ext cx="8229600" cy="563563"/>
          </a:xfrm>
        </p:spPr>
        <p:txBody>
          <a:bodyPr/>
          <a:lstStyle/>
          <a:p>
            <a:pPr eaLnBrk="1" hangingPunct="1"/>
            <a:r>
              <a:rPr lang="en-US" sz="3600">
                <a:latin typeface="Maiandra GD" pitchFamily="34" charset="0"/>
              </a:rPr>
              <a:t>Exercises</a:t>
            </a:r>
          </a:p>
        </p:txBody>
      </p:sp>
      <p:sp>
        <p:nvSpPr>
          <p:cNvPr id="66563" name="Content Placeholder 2"/>
          <p:cNvSpPr>
            <a:spLocks noGrp="1"/>
          </p:cNvSpPr>
          <p:nvPr>
            <p:ph idx="1"/>
          </p:nvPr>
        </p:nvSpPr>
        <p:spPr>
          <a:xfrm>
            <a:off x="304800" y="762000"/>
            <a:ext cx="8610600" cy="5715000"/>
          </a:xfrm>
        </p:spPr>
        <p:txBody>
          <a:bodyPr/>
          <a:lstStyle/>
          <a:p>
            <a:pPr eaLnBrk="1" hangingPunct="1">
              <a:buFontTx/>
              <a:buNone/>
            </a:pPr>
            <a:r>
              <a:rPr lang="en-US" sz="2600" dirty="0">
                <a:latin typeface="Maiandra GD" pitchFamily="34" charset="0"/>
              </a:rPr>
              <a:t>1. Write a C++ program using single and double linked list data structure that keeps track of student record. Each student has </a:t>
            </a:r>
            <a:r>
              <a:rPr lang="en-US" sz="2600" b="1" dirty="0">
                <a:latin typeface="Maiandra GD" pitchFamily="34" charset="0"/>
              </a:rPr>
              <a:t>Name</a:t>
            </a:r>
            <a:r>
              <a:rPr lang="en-US" sz="2600" dirty="0">
                <a:latin typeface="Maiandra GD" pitchFamily="34" charset="0"/>
              </a:rPr>
              <a:t> and </a:t>
            </a:r>
            <a:r>
              <a:rPr lang="en-US" sz="2600" b="1" dirty="0">
                <a:latin typeface="Maiandra GD" pitchFamily="34" charset="0"/>
              </a:rPr>
              <a:t>ID.</a:t>
            </a:r>
            <a:r>
              <a:rPr lang="en-US" sz="2600" dirty="0">
                <a:latin typeface="Maiandra GD" pitchFamily="34" charset="0"/>
              </a:rPr>
              <a:t> The program should include the following operations.</a:t>
            </a:r>
          </a:p>
          <a:p>
            <a:pPr marL="971550" lvl="1" indent="-514350" eaLnBrk="1" hangingPunct="1">
              <a:buFontTx/>
              <a:buAutoNum type="alphaLcParenR"/>
            </a:pPr>
            <a:r>
              <a:rPr lang="en-US" sz="2600" dirty="0">
                <a:latin typeface="Maiandra GD" pitchFamily="34" charset="0"/>
              </a:rPr>
              <a:t>Add a new student data from the keyboard(front, middle, last)</a:t>
            </a:r>
          </a:p>
          <a:p>
            <a:pPr marL="971550" lvl="1" indent="-514350" eaLnBrk="1" hangingPunct="1">
              <a:buFontTx/>
              <a:buAutoNum type="alphaLcParenR"/>
            </a:pPr>
            <a:r>
              <a:rPr lang="en-US" sz="2600" dirty="0">
                <a:latin typeface="Maiandra GD" pitchFamily="34" charset="0"/>
              </a:rPr>
              <a:t>Delete node ( the first, last, middle)</a:t>
            </a:r>
          </a:p>
          <a:p>
            <a:pPr marL="971550" lvl="1" indent="-514350" eaLnBrk="1" hangingPunct="1">
              <a:buFontTx/>
              <a:buAutoNum type="alphaLcParenR"/>
            </a:pPr>
            <a:r>
              <a:rPr lang="en-US" sz="2600" dirty="0">
                <a:latin typeface="Maiandra GD" pitchFamily="34" charset="0"/>
              </a:rPr>
              <a:t>Display the whole list of students (first to end and end to first)</a:t>
            </a:r>
          </a:p>
          <a:p>
            <a:pPr marL="971550" lvl="1" indent="-514350" eaLnBrk="1" hangingPunct="1">
              <a:buFontTx/>
              <a:buAutoNum type="alphaLcParenR"/>
            </a:pPr>
            <a:r>
              <a:rPr lang="en-US" sz="2600" dirty="0">
                <a:latin typeface="Maiandra GD" pitchFamily="34" charset="0"/>
              </a:rPr>
              <a:t>Search a specific node</a:t>
            </a:r>
          </a:p>
          <a:p>
            <a:pPr eaLnBrk="1" hangingPunct="1">
              <a:spcBef>
                <a:spcPct val="0"/>
              </a:spcBef>
              <a:buFontTx/>
              <a:buNone/>
            </a:pPr>
            <a:endParaRPr lang="en-US" sz="2600" dirty="0">
              <a:latin typeface="Maiandra GD" pitchFamily="34" charset="0"/>
            </a:endParaRPr>
          </a:p>
        </p:txBody>
      </p:sp>
      <p:sp>
        <p:nvSpPr>
          <p:cNvPr id="19460" name="Slide Number Placeholder 3"/>
          <p:cNvSpPr>
            <a:spLocks noGrp="1"/>
          </p:cNvSpPr>
          <p:nvPr>
            <p:ph type="sldNum" sz="quarter" idx="12"/>
          </p:nvPr>
        </p:nvSpPr>
        <p:spPr/>
        <p:txBody>
          <a:bodyPr/>
          <a:lstStyle/>
          <a:p>
            <a:pPr>
              <a:defRPr/>
            </a:pPr>
            <a:fld id="{9249FB28-A7BD-443C-8F3F-6FCE1FD6A051}" type="slidenum">
              <a:rPr lang="en-US"/>
              <a:pPr>
                <a:defRPr/>
              </a:pPr>
              <a:t>64</a:t>
            </a:fld>
            <a:endParaRPr lang="th-TH"/>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4183</TotalTime>
  <Words>4408</Words>
  <Application>Microsoft Office PowerPoint</Application>
  <PresentationFormat>On-screen Show (4:3)</PresentationFormat>
  <Paragraphs>688</Paragraphs>
  <Slides>64</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64</vt:i4>
      </vt:variant>
    </vt:vector>
  </HeadingPairs>
  <TitlesOfParts>
    <vt:vector size="76" baseType="lpstr">
      <vt:lpstr>Arial</vt:lpstr>
      <vt:lpstr>Calibri</vt:lpstr>
      <vt:lpstr>Consolas</vt:lpstr>
      <vt:lpstr>Courier New</vt:lpstr>
      <vt:lpstr>Helvetica</vt:lpstr>
      <vt:lpstr>Maiandra GD</vt:lpstr>
      <vt:lpstr>Monotype Sorts</vt:lpstr>
      <vt:lpstr>Tahoma</vt:lpstr>
      <vt:lpstr>Times New Roman</vt:lpstr>
      <vt:lpstr>Wingdings</vt:lpstr>
      <vt:lpstr>Wingdings 2</vt:lpstr>
      <vt:lpstr>Office Theme</vt:lpstr>
      <vt:lpstr>PowerPoint Presentation</vt:lpstr>
      <vt:lpstr>Lists - Introduction</vt:lpstr>
      <vt:lpstr>Lists – Definition </vt:lpstr>
      <vt:lpstr>Cont’d </vt:lpstr>
      <vt:lpstr>Cont’d</vt:lpstr>
      <vt:lpstr>List Implementation Concepts</vt:lpstr>
      <vt:lpstr>Types of Data Structures to implement list </vt:lpstr>
      <vt:lpstr>PowerPoint Presentation</vt:lpstr>
      <vt:lpstr>Array-Based List Implementation</vt:lpstr>
      <vt:lpstr>Array-Based List Class (1)</vt:lpstr>
      <vt:lpstr>Array-Based List Class (2)</vt:lpstr>
      <vt:lpstr>Array-Based List Class (3)</vt:lpstr>
      <vt:lpstr>Array-Based List Class (4)</vt:lpstr>
      <vt:lpstr>Revision to Structure</vt:lpstr>
      <vt:lpstr>PowerPoint Presentation</vt:lpstr>
      <vt:lpstr>PowerPoint Presentation</vt:lpstr>
      <vt:lpstr>PowerPoint Presentation</vt:lpstr>
      <vt:lpstr>PowerPoint Presentation</vt:lpstr>
      <vt:lpstr>PowerPoint Presentation</vt:lpstr>
      <vt:lpstr>Types of Lists</vt:lpstr>
      <vt:lpstr>Singly Linked List</vt:lpstr>
      <vt:lpstr>Schematic Representation</vt:lpstr>
      <vt:lpstr>PowerPoint Presentation</vt:lpstr>
      <vt:lpstr>Basic Operations on a List</vt:lpstr>
      <vt:lpstr>Defining(Creating) the data structure for linked lists</vt:lpstr>
      <vt:lpstr>Inserting a node in a SLL</vt:lpstr>
      <vt:lpstr>Inserting a node in a SLL</vt:lpstr>
      <vt:lpstr>Inserting a node in a SLL</vt:lpstr>
      <vt:lpstr>Insertion at the beginning</vt:lpstr>
      <vt:lpstr>Cont…</vt:lpstr>
      <vt:lpstr>PowerPoint Presentation</vt:lpstr>
      <vt:lpstr>Inserting at the end</vt:lpstr>
      <vt:lpstr>PowerPoint Presentation</vt:lpstr>
      <vt:lpstr>Inserting after an element</vt:lpstr>
      <vt:lpstr>PowerPoint Presentation</vt:lpstr>
      <vt:lpstr>Displaying the list of nodes</vt:lpstr>
      <vt:lpstr>PowerPoint Presentation</vt:lpstr>
      <vt:lpstr>Navigating/Traversing through the list</vt:lpstr>
      <vt:lpstr>PowerPoint Presentation</vt:lpstr>
      <vt:lpstr>Deleting a node in SLL</vt:lpstr>
      <vt:lpstr>Deleting the first node</vt:lpstr>
      <vt:lpstr>PowerPoint Presentation</vt:lpstr>
      <vt:lpstr>Deleting the last node</vt:lpstr>
      <vt:lpstr>PowerPoint Presentation</vt:lpstr>
      <vt:lpstr>Deleting a particular node</vt:lpstr>
      <vt:lpstr>PowerPoint Presentation</vt:lpstr>
      <vt:lpstr>            Arrays Vs Linked Lists</vt:lpstr>
      <vt:lpstr>PowerPoint Presentation</vt:lpstr>
      <vt:lpstr>PowerPoint Presentation</vt:lpstr>
      <vt:lpstr>PowerPoint Presentation</vt:lpstr>
      <vt:lpstr>DLL’s compared to SLL’s</vt:lpstr>
      <vt:lpstr>Structure of DLL</vt:lpstr>
      <vt:lpstr>Inserting at beginning</vt:lpstr>
      <vt:lpstr>PowerPoint Presentation</vt:lpstr>
      <vt:lpstr>Inserting at the end</vt:lpstr>
      <vt:lpstr>PowerPoint Presentation</vt:lpstr>
      <vt:lpstr>Inserting after a node</vt:lpstr>
      <vt:lpstr>PowerPoint Presentation</vt:lpstr>
      <vt:lpstr>PowerPoint Presentation</vt:lpstr>
      <vt:lpstr>Deleting a node</vt:lpstr>
      <vt:lpstr>PowerPoint Presentation</vt:lpstr>
      <vt:lpstr>APPLICATIONS OF LINKED LIST</vt:lpstr>
      <vt:lpstr>Variations of Linked Lists</vt:lpstr>
      <vt:lpstr>Exercises</vt:lpstr>
    </vt:vector>
  </TitlesOfParts>
  <Company>bdu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Sileshi</dc:creator>
  <cp:lastModifiedBy>abume</cp:lastModifiedBy>
  <cp:revision>217</cp:revision>
  <dcterms:created xsi:type="dcterms:W3CDTF">2010-04-25T23:36:49Z</dcterms:created>
  <dcterms:modified xsi:type="dcterms:W3CDTF">2024-11-04T08:05:52Z</dcterms:modified>
</cp:coreProperties>
</file>